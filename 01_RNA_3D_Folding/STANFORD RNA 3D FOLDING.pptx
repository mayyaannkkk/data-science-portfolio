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Manrope Light"/>
      <p:regular r:id="rId20"/>
      <p:bold r:id="rId21"/>
    </p:embeddedFont>
    <p:embeddedFont>
      <p:font typeface="Anton"/>
      <p:regular r:id="rId22"/>
    </p:embeddedFont>
    <p:embeddedFont>
      <p:font typeface="Manrope SemiBold"/>
      <p:regular r:id="rId23"/>
      <p:bold r:id="rId24"/>
    </p:embeddedFont>
    <p:embeddedFont>
      <p:font typeface="Manrope"/>
      <p:regular r:id="rId25"/>
      <p:bold r:id="rId26"/>
    </p:embeddedFont>
    <p:embeddedFont>
      <p:font typeface="Manrope ExtraBold"/>
      <p:bold r:id="rId27"/>
    </p:embeddedFont>
    <p:embeddedFont>
      <p:font typeface="Manrope Medium"/>
      <p:regular r:id="rId28"/>
      <p:bold r:id="rId29"/>
    </p:embeddedFont>
    <p:embeddedFont>
      <p:font typeface="Roboto Mon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3DD10F7-D8C1-4FF2-ABA0-9CAF284C4184}">
  <a:tblStyle styleId="{53DD10F7-D8C1-4FF2-ABA0-9CAF284C418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nropeLight-regular.fntdata"/><Relationship Id="rId22" Type="http://schemas.openxmlformats.org/officeDocument/2006/relationships/font" Target="fonts/Anton-regular.fntdata"/><Relationship Id="rId21" Type="http://schemas.openxmlformats.org/officeDocument/2006/relationships/font" Target="fonts/ManropeLight-bold.fntdata"/><Relationship Id="rId24" Type="http://schemas.openxmlformats.org/officeDocument/2006/relationships/font" Target="fonts/ManropeSemiBold-bold.fntdata"/><Relationship Id="rId23" Type="http://schemas.openxmlformats.org/officeDocument/2006/relationships/font" Target="fonts/Manrope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anrope-bold.fntdata"/><Relationship Id="rId25" Type="http://schemas.openxmlformats.org/officeDocument/2006/relationships/font" Target="fonts/Manrope-regular.fntdata"/><Relationship Id="rId28" Type="http://schemas.openxmlformats.org/officeDocument/2006/relationships/font" Target="fonts/ManropeMedium-regular.fntdata"/><Relationship Id="rId27" Type="http://schemas.openxmlformats.org/officeDocument/2006/relationships/font" Target="fonts/ManropeExtra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anropeMedium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bold.fntdata"/><Relationship Id="rId30" Type="http://schemas.openxmlformats.org/officeDocument/2006/relationships/font" Target="fonts/RobotoMono-regular.fntdata"/><Relationship Id="rId11" Type="http://schemas.openxmlformats.org/officeDocument/2006/relationships/slide" Target="slides/slide5.xml"/><Relationship Id="rId33" Type="http://schemas.openxmlformats.org/officeDocument/2006/relationships/font" Target="fonts/RobotoMono-boldItalic.fntdata"/><Relationship Id="rId10" Type="http://schemas.openxmlformats.org/officeDocument/2006/relationships/slide" Target="slides/slide4.xml"/><Relationship Id="rId32" Type="http://schemas.openxmlformats.org/officeDocument/2006/relationships/font" Target="fonts/RobotoMon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3919a7a8f31_0_29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3919a7a8f31_0_29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g3919a7a8f3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6" name="Google Shape;1026;g3919a7a8f3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3919a7a8f31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3919a7a8f31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3919a7a8f31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0" name="Google Shape;1040;g3919a7a8f31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3919a7a8f31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" name="Google Shape;1048;g3919a7a8f31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3919a7a8f31_0_29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3919a7a8f31_0_29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3919a7a8f31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3919a7a8f31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3919a7a8f31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7" name="Google Shape;1087;g3919a7a8f31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3919a7a8f31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3919a7a8f31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g3919a7a8f31_0_30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5" name="Google Shape;1215;g3919a7a8f31_0_30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3919a7a8f31_0_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3" name="Google Shape;1223;g3919a7a8f31_0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3919a7a8f31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7" name="Google Shape;1237;g3919a7a8f31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3919a7a8f31_0_29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3919a7a8f31_0_29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TITLE">
  <p:cSld name="BLANK_1_1_1_1_1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3299" y="-8075"/>
            <a:ext cx="9190577" cy="5150040"/>
            <a:chOff x="11751" y="-6300"/>
            <a:chExt cx="9190577" cy="5150040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11" name="Google Shape;11;p2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" name="Google Shape;12;p2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" name="Google Shape;13;p2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" name="Google Shape;14;p2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" name="Google Shape;15;p2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" name="Google Shape;16;p2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" name="Google Shape;18;p2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" name="Google Shape;19;p2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" name="Google Shape;20;p2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" name="Google Shape;21;p2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" name="Google Shape;22;p2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" name="Google Shape;23;p2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" name="Google Shape;24;p2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" name="Google Shape;25;p2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" name="Google Shape;26;p2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" name="Google Shape;27;p2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" name="Google Shape;28;p2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" name="Google Shape;29;p2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" name="Google Shape;30;p2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" name="Google Shape;31;p2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" name="Google Shape;32;p2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3" name="Google Shape;33;p2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34" name="Google Shape;34;p2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" name="Google Shape;35;p2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" name="Google Shape;36;p2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" name="Google Shape;37;p2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" name="Google Shape;38;p2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" name="Google Shape;39;p2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" name="Google Shape;40;p2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" name="Google Shape;41;p2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" name="Google Shape;42;p2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" name="Google Shape;43;p2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" name="Google Shape;44;p2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" name="Google Shape;45;p2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" name="Google Shape;46;p2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" name="Google Shape;47;p2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" name="Google Shape;48;p2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" name="Google Shape;49;p2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" name="Google Shape;50;p2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" name="Google Shape;51;p2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" name="Google Shape;52;p2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" name="Google Shape;53;p2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" name="Google Shape;54;p2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" name="Google Shape;55;p2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6" name="Google Shape;56;p2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57" name="Google Shape;57;p2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" name="Google Shape;58;p2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" name="Google Shape;59;p2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" name="Google Shape;60;p2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" name="Google Shape;61;p2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" name="Google Shape;62;p2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3" name="Google Shape;63;p2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" name="Google Shape;64;p2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" name="Google Shape;65;p2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6" name="Google Shape;66;p2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" name="Google Shape;67;p2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8" name="Google Shape;68;p2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9" name="Google Shape;69;p2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" name="Google Shape;70;p2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1" name="Google Shape;71;p2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" name="Google Shape;72;p2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3" name="Google Shape;73;p2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" name="Google Shape;74;p2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" name="Google Shape;75;p2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" name="Google Shape;76;p2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" name="Google Shape;77;p2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" name="Google Shape;78;p2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9" name="Google Shape;79;p2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80" name="Google Shape;80;p2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1" name="Google Shape;81;p2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" name="Google Shape;82;p2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3" name="Google Shape;83;p2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4" name="Google Shape;84;p2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5" name="Google Shape;85;p2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6" name="Google Shape;86;p2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7" name="Google Shape;87;p2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8" name="Google Shape;88;p2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2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" name="Google Shape;90;p2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1" name="Google Shape;91;p2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" name="Google Shape;92;p2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3" name="Google Shape;93;p2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" name="Google Shape;94;p2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" name="Google Shape;95;p2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" name="Google Shape;96;p2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" name="Google Shape;97;p2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" name="Google Shape;98;p2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" name="Google Shape;99;p2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" name="Google Shape;100;p2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" name="Google Shape;101;p2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102" name="Google Shape;102;p2"/>
          <p:cNvSpPr txBox="1"/>
          <p:nvPr>
            <p:ph type="title"/>
          </p:nvPr>
        </p:nvSpPr>
        <p:spPr>
          <a:xfrm>
            <a:off x="1081850" y="1719900"/>
            <a:ext cx="6984900" cy="169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"/>
          <p:cNvSpPr txBox="1"/>
          <p:nvPr>
            <p:ph idx="2" type="title"/>
          </p:nvPr>
        </p:nvSpPr>
        <p:spPr>
          <a:xfrm rot="-54379">
            <a:off x="5015453" y="3227438"/>
            <a:ext cx="1517290" cy="301238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b="0"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04" name="Google Shape;104;p2"/>
          <p:cNvSpPr txBox="1"/>
          <p:nvPr>
            <p:ph idx="1" type="body"/>
          </p:nvPr>
        </p:nvSpPr>
        <p:spPr>
          <a:xfrm>
            <a:off x="2422100" y="4170725"/>
            <a:ext cx="4304400" cy="4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05" name="Google Shape;105;p2"/>
          <p:cNvSpPr txBox="1"/>
          <p:nvPr>
            <p:ph idx="3" type="title"/>
          </p:nvPr>
        </p:nvSpPr>
        <p:spPr>
          <a:xfrm rot="-555761">
            <a:off x="6594632" y="3130269"/>
            <a:ext cx="1047458" cy="301246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b="0"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06" name="Google Shape;106;p2"/>
          <p:cNvSpPr txBox="1"/>
          <p:nvPr>
            <p:ph idx="4" type="subTitle"/>
          </p:nvPr>
        </p:nvSpPr>
        <p:spPr>
          <a:xfrm rot="-503039">
            <a:off x="2206578" y="1204399"/>
            <a:ext cx="2211838" cy="438184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b="1" sz="1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1"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/>
          <p:nvPr/>
        </p:nvSpPr>
        <p:spPr>
          <a:xfrm>
            <a:off x="0" y="0"/>
            <a:ext cx="9161700" cy="5143500"/>
          </a:xfrm>
          <a:prstGeom prst="snip1Rect">
            <a:avLst>
              <a:gd fmla="val 2416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9" name="Google Shape;109;p3"/>
          <p:cNvSpPr txBox="1"/>
          <p:nvPr>
            <p:ph type="title"/>
          </p:nvPr>
        </p:nvSpPr>
        <p:spPr>
          <a:xfrm>
            <a:off x="460500" y="2025700"/>
            <a:ext cx="4703100" cy="1821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b="0" sz="9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"/>
          <p:cNvSpPr txBox="1"/>
          <p:nvPr>
            <p:ph idx="1" type="body"/>
          </p:nvPr>
        </p:nvSpPr>
        <p:spPr>
          <a:xfrm>
            <a:off x="460500" y="4085525"/>
            <a:ext cx="3501600" cy="59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11" name="Google Shape;111;p3"/>
          <p:cNvSpPr/>
          <p:nvPr/>
        </p:nvSpPr>
        <p:spPr>
          <a:xfrm>
            <a:off x="7735575" y="-10150"/>
            <a:ext cx="1428750" cy="1320800"/>
          </a:xfrm>
          <a:custGeom>
            <a:rect b="b" l="l" r="r" t="t"/>
            <a:pathLst>
              <a:path extrusionOk="0" h="52832" w="57150">
                <a:moveTo>
                  <a:pt x="4572" y="0"/>
                </a:moveTo>
                <a:lnTo>
                  <a:pt x="0" y="51308"/>
                </a:lnTo>
                <a:lnTo>
                  <a:pt x="57150" y="52832"/>
                </a:lnTo>
                <a:lnTo>
                  <a:pt x="57150" y="47752"/>
                </a:lnTo>
                <a:lnTo>
                  <a:pt x="9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idx="1" type="body"/>
          </p:nvPr>
        </p:nvSpPr>
        <p:spPr>
          <a:xfrm>
            <a:off x="925650" y="1204025"/>
            <a:ext cx="4028700" cy="3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23850" lvl="1" marL="9144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23850" lvl="2" marL="13716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23850" lvl="3" marL="18288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23850" lvl="4" marL="22860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23850" lvl="5" marL="27432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23850" lvl="6" marL="32004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23850" lvl="7" marL="36576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23850" lvl="8" marL="41148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grpSp>
        <p:nvGrpSpPr>
          <p:cNvPr id="114" name="Google Shape;114;p4"/>
          <p:cNvGrpSpPr/>
          <p:nvPr/>
        </p:nvGrpSpPr>
        <p:grpSpPr>
          <a:xfrm>
            <a:off x="-6750" y="576950"/>
            <a:ext cx="9144146" cy="4114800"/>
            <a:chOff x="-6750" y="576950"/>
            <a:chExt cx="9144146" cy="4114800"/>
          </a:xfrm>
        </p:grpSpPr>
        <p:cxnSp>
          <p:nvCxnSpPr>
            <p:cNvPr id="115" name="Google Shape;115;p4"/>
            <p:cNvCxnSpPr/>
            <p:nvPr/>
          </p:nvCxnSpPr>
          <p:spPr>
            <a:xfrm>
              <a:off x="-6750" y="5769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" name="Google Shape;116;p4"/>
            <p:cNvCxnSpPr/>
            <p:nvPr/>
          </p:nvCxnSpPr>
          <p:spPr>
            <a:xfrm>
              <a:off x="-4" y="10913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" name="Google Shape;117;p4"/>
            <p:cNvCxnSpPr/>
            <p:nvPr/>
          </p:nvCxnSpPr>
          <p:spPr>
            <a:xfrm>
              <a:off x="-4" y="16056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" name="Google Shape;118;p4"/>
            <p:cNvCxnSpPr/>
            <p:nvPr/>
          </p:nvCxnSpPr>
          <p:spPr>
            <a:xfrm>
              <a:off x="-4" y="21200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" name="Google Shape;119;p4"/>
            <p:cNvCxnSpPr/>
            <p:nvPr/>
          </p:nvCxnSpPr>
          <p:spPr>
            <a:xfrm>
              <a:off x="-4" y="26343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" name="Google Shape;120;p4"/>
            <p:cNvCxnSpPr/>
            <p:nvPr/>
          </p:nvCxnSpPr>
          <p:spPr>
            <a:xfrm>
              <a:off x="-4" y="31487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" name="Google Shape;121;p4"/>
            <p:cNvCxnSpPr/>
            <p:nvPr/>
          </p:nvCxnSpPr>
          <p:spPr>
            <a:xfrm>
              <a:off x="-4" y="36630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2" name="Google Shape;122;p4"/>
            <p:cNvCxnSpPr/>
            <p:nvPr/>
          </p:nvCxnSpPr>
          <p:spPr>
            <a:xfrm>
              <a:off x="-4" y="41774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3" name="Google Shape;123;p4"/>
            <p:cNvCxnSpPr/>
            <p:nvPr/>
          </p:nvCxnSpPr>
          <p:spPr>
            <a:xfrm>
              <a:off x="-4" y="46917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24" name="Google Shape;124;p4"/>
          <p:cNvCxnSpPr/>
          <p:nvPr/>
        </p:nvCxnSpPr>
        <p:spPr>
          <a:xfrm>
            <a:off x="7103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" name="Google Shape;125;p4"/>
          <p:cNvCxnSpPr/>
          <p:nvPr/>
        </p:nvCxnSpPr>
        <p:spPr>
          <a:xfrm>
            <a:off x="664825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4"/>
          <p:cNvSpPr/>
          <p:nvPr/>
        </p:nvSpPr>
        <p:spPr>
          <a:xfrm>
            <a:off x="245425" y="1542047"/>
            <a:ext cx="132600" cy="1272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245425" y="3599460"/>
            <a:ext cx="132600" cy="1272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8" name="Google Shape;128;p4"/>
          <p:cNvSpPr txBox="1"/>
          <p:nvPr>
            <p:ph type="title"/>
          </p:nvPr>
        </p:nvSpPr>
        <p:spPr>
          <a:xfrm rot="-289081">
            <a:off x="587746" y="495097"/>
            <a:ext cx="2100221" cy="569601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Anton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Quarter's Goals">
  <p:cSld name="CUSTOM_1_1_3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5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131" name="Google Shape;131;p5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40" name="Google Shape;140;p5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1" name="Google Shape;141;p5"/>
          <p:cNvGrpSpPr/>
          <p:nvPr/>
        </p:nvGrpSpPr>
        <p:grpSpPr>
          <a:xfrm>
            <a:off x="114421" y="175123"/>
            <a:ext cx="134104" cy="4750255"/>
            <a:chOff x="114421" y="175123"/>
            <a:chExt cx="134104" cy="4750255"/>
          </a:xfrm>
        </p:grpSpPr>
        <p:grpSp>
          <p:nvGrpSpPr>
            <p:cNvPr id="142" name="Google Shape;142;p5"/>
            <p:cNvGrpSpPr/>
            <p:nvPr/>
          </p:nvGrpSpPr>
          <p:grpSpPr>
            <a:xfrm>
              <a:off x="114421" y="175123"/>
              <a:ext cx="134104" cy="4334807"/>
              <a:chOff x="5432271" y="383100"/>
              <a:chExt cx="137854" cy="4456010"/>
            </a:xfrm>
          </p:grpSpPr>
          <p:grpSp>
            <p:nvGrpSpPr>
              <p:cNvPr id="143" name="Google Shape;143;p5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144" name="Google Shape;144;p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45" name="Google Shape;145;p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46" name="Google Shape;146;p5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47" name="Google Shape;147;p5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148" name="Google Shape;148;p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49" name="Google Shape;149;p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0" name="Google Shape;150;p5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51" name="Google Shape;151;p5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152" name="Google Shape;152;p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3" name="Google Shape;153;p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4" name="Google Shape;154;p5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55" name="Google Shape;155;p5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156" name="Google Shape;156;p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7" name="Google Shape;157;p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158" name="Google Shape;158;p5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59" name="Google Shape;159;p5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60" name="Google Shape;160;p5"/>
          <p:cNvSpPr txBox="1"/>
          <p:nvPr>
            <p:ph idx="1" type="body"/>
          </p:nvPr>
        </p:nvSpPr>
        <p:spPr>
          <a:xfrm>
            <a:off x="3993050" y="2658175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61" name="Google Shape;161;p5"/>
          <p:cNvSpPr txBox="1"/>
          <p:nvPr>
            <p:ph idx="2" type="body"/>
          </p:nvPr>
        </p:nvSpPr>
        <p:spPr>
          <a:xfrm>
            <a:off x="3993050" y="3668450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62" name="Google Shape;162;p5"/>
          <p:cNvSpPr txBox="1"/>
          <p:nvPr>
            <p:ph idx="3" type="body"/>
          </p:nvPr>
        </p:nvSpPr>
        <p:spPr>
          <a:xfrm>
            <a:off x="3993050" y="1644550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4" type="title"/>
          </p:nvPr>
        </p:nvSpPr>
        <p:spPr>
          <a:xfrm>
            <a:off x="1075800" y="2925625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164" name="Google Shape;164;p5"/>
          <p:cNvSpPr txBox="1"/>
          <p:nvPr>
            <p:ph idx="5" type="title"/>
          </p:nvPr>
        </p:nvSpPr>
        <p:spPr>
          <a:xfrm>
            <a:off x="1075800" y="3935900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165" name="Google Shape;165;p5"/>
          <p:cNvSpPr txBox="1"/>
          <p:nvPr>
            <p:ph idx="6" type="title"/>
          </p:nvPr>
        </p:nvSpPr>
        <p:spPr>
          <a:xfrm>
            <a:off x="1075800" y="1912000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166" name="Google Shape;166;p5"/>
          <p:cNvSpPr txBox="1"/>
          <p:nvPr>
            <p:ph idx="7" type="title"/>
          </p:nvPr>
        </p:nvSpPr>
        <p:spPr>
          <a:xfrm>
            <a:off x="543400" y="1912000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67" name="Google Shape;167;p5"/>
          <p:cNvSpPr txBox="1"/>
          <p:nvPr>
            <p:ph idx="8" type="title"/>
          </p:nvPr>
        </p:nvSpPr>
        <p:spPr>
          <a:xfrm>
            <a:off x="543400" y="2925625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68" name="Google Shape;168;p5"/>
          <p:cNvSpPr txBox="1"/>
          <p:nvPr>
            <p:ph idx="9" type="title"/>
          </p:nvPr>
        </p:nvSpPr>
        <p:spPr>
          <a:xfrm>
            <a:off x="543400" y="3935900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_1_1_3_1">
    <p:bg>
      <p:bgPr>
        <a:solidFill>
          <a:schemeClr val="lt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 txBox="1"/>
          <p:nvPr>
            <p:ph type="title"/>
          </p:nvPr>
        </p:nvSpPr>
        <p:spPr>
          <a:xfrm rot="276584">
            <a:off x="5845454" y="1487909"/>
            <a:ext cx="2123971" cy="49600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1" name="Google Shape;171;p6"/>
          <p:cNvSpPr txBox="1"/>
          <p:nvPr>
            <p:ph idx="1" type="body"/>
          </p:nvPr>
        </p:nvSpPr>
        <p:spPr>
          <a:xfrm rot="274997">
            <a:off x="5798057" y="2041282"/>
            <a:ext cx="2121183" cy="603735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2" name="Google Shape;172;p6"/>
          <p:cNvSpPr txBox="1"/>
          <p:nvPr>
            <p:ph idx="2" type="title"/>
          </p:nvPr>
        </p:nvSpPr>
        <p:spPr>
          <a:xfrm rot="-689737">
            <a:off x="3250012" y="1354783"/>
            <a:ext cx="2124008" cy="49592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3" name="Google Shape;173;p6"/>
          <p:cNvSpPr txBox="1"/>
          <p:nvPr>
            <p:ph idx="3" type="body"/>
          </p:nvPr>
        </p:nvSpPr>
        <p:spPr>
          <a:xfrm rot="-691086">
            <a:off x="3372841" y="1897943"/>
            <a:ext cx="2121422" cy="603767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4" name="Google Shape;174;p6"/>
          <p:cNvSpPr txBox="1"/>
          <p:nvPr>
            <p:ph idx="4" type="title"/>
          </p:nvPr>
        </p:nvSpPr>
        <p:spPr>
          <a:xfrm>
            <a:off x="508875" y="1801500"/>
            <a:ext cx="2645400" cy="16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400"/>
              <a:buNone/>
              <a:defRPr b="0" sz="6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5" name="Google Shape;175;p6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79" name="Google Shape;179;p6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6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6"/>
          <p:cNvSpPr txBox="1"/>
          <p:nvPr>
            <p:ph idx="5" type="title"/>
          </p:nvPr>
        </p:nvSpPr>
        <p:spPr>
          <a:xfrm rot="486">
            <a:off x="4078754" y="2803718"/>
            <a:ext cx="21240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2" name="Google Shape;182;p6"/>
          <p:cNvSpPr txBox="1"/>
          <p:nvPr>
            <p:ph idx="6" type="body"/>
          </p:nvPr>
        </p:nvSpPr>
        <p:spPr>
          <a:xfrm rot="-972">
            <a:off x="4080134" y="3359087"/>
            <a:ext cx="2121300" cy="603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">
  <p:cSld name="CUSTOM_1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7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185" name="Google Shape;185;p7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94" name="Google Shape;194;p7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5" name="Google Shape;195;p7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196" name="Google Shape;196;p7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197" name="Google Shape;197;p7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198" name="Google Shape;198;p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99" name="Google Shape;199;p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0" name="Google Shape;200;p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01" name="Google Shape;201;p7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202" name="Google Shape;202;p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3" name="Google Shape;203;p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4" name="Google Shape;204;p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05" name="Google Shape;205;p7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206" name="Google Shape;206;p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7" name="Google Shape;207;p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8" name="Google Shape;208;p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09" name="Google Shape;209;p7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210" name="Google Shape;210;p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11" name="Google Shape;211;p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212" name="Google Shape;212;p7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13" name="Google Shape;213;p7"/>
          <p:cNvSpPr txBox="1"/>
          <p:nvPr>
            <p:ph type="title"/>
          </p:nvPr>
        </p:nvSpPr>
        <p:spPr>
          <a:xfrm>
            <a:off x="871325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14" name="Google Shape;214;p7"/>
          <p:cNvSpPr txBox="1"/>
          <p:nvPr>
            <p:ph idx="2" type="title"/>
          </p:nvPr>
        </p:nvSpPr>
        <p:spPr>
          <a:xfrm>
            <a:off x="3587619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15" name="Google Shape;215;p7"/>
          <p:cNvSpPr txBox="1"/>
          <p:nvPr>
            <p:ph idx="3" type="title"/>
          </p:nvPr>
        </p:nvSpPr>
        <p:spPr>
          <a:xfrm>
            <a:off x="6179075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16" name="Google Shape;216;p7"/>
          <p:cNvSpPr/>
          <p:nvPr>
            <p:ph idx="4" type="pic"/>
          </p:nvPr>
        </p:nvSpPr>
        <p:spPr>
          <a:xfrm>
            <a:off x="895300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7"/>
          <p:cNvSpPr/>
          <p:nvPr>
            <p:ph idx="5" type="pic"/>
          </p:nvPr>
        </p:nvSpPr>
        <p:spPr>
          <a:xfrm>
            <a:off x="3605775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7"/>
          <p:cNvSpPr/>
          <p:nvPr>
            <p:ph idx="6" type="pic"/>
          </p:nvPr>
        </p:nvSpPr>
        <p:spPr>
          <a:xfrm>
            <a:off x="6197225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7"/>
          <p:cNvSpPr txBox="1"/>
          <p:nvPr>
            <p:ph idx="1" type="subTitle"/>
          </p:nvPr>
        </p:nvSpPr>
        <p:spPr>
          <a:xfrm>
            <a:off x="1187675" y="4299825"/>
            <a:ext cx="1667700" cy="22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7"/>
          <p:cNvSpPr txBox="1"/>
          <p:nvPr>
            <p:ph idx="7" type="subTitle"/>
          </p:nvPr>
        </p:nvSpPr>
        <p:spPr>
          <a:xfrm rot="-214117">
            <a:off x="3902250" y="4346193"/>
            <a:ext cx="1667634" cy="22634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7"/>
          <p:cNvSpPr txBox="1"/>
          <p:nvPr>
            <p:ph idx="8" type="subTitle"/>
          </p:nvPr>
        </p:nvSpPr>
        <p:spPr>
          <a:xfrm rot="215969">
            <a:off x="6495540" y="4324572"/>
            <a:ext cx="1667690" cy="22634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, body and image">
  <p:cSld name="BLANK_1_1_1_1_1_1_1_1_1_1_1_1">
    <p:bg>
      <p:bgPr>
        <a:solidFill>
          <a:schemeClr val="lt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"/>
          <p:cNvSpPr/>
          <p:nvPr/>
        </p:nvSpPr>
        <p:spPr>
          <a:xfrm rot="-300782">
            <a:off x="5105280" y="419634"/>
            <a:ext cx="3577384" cy="43082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4" name="Google Shape;224;p8"/>
          <p:cNvSpPr/>
          <p:nvPr>
            <p:ph idx="2" type="pic"/>
          </p:nvPr>
        </p:nvSpPr>
        <p:spPr>
          <a:xfrm>
            <a:off x="2050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8"/>
          <p:cNvSpPr/>
          <p:nvPr/>
        </p:nvSpPr>
        <p:spPr>
          <a:xfrm rot="134178">
            <a:off x="5002593" y="293901"/>
            <a:ext cx="3782581" cy="45556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6" name="Google Shape;226;p8"/>
          <p:cNvSpPr txBox="1"/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27" name="Google Shape;227;p8"/>
          <p:cNvSpPr txBox="1"/>
          <p:nvPr>
            <p:ph idx="1" type="body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28" name="Google Shape;228;p8"/>
          <p:cNvSpPr txBox="1"/>
          <p:nvPr>
            <p:ph idx="3" type="body"/>
          </p:nvPr>
        </p:nvSpPr>
        <p:spPr>
          <a:xfrm rot="131721">
            <a:off x="5123776" y="3854495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BLANK_1_1_1_1_1_1_1_1_1_1_1_1_2_1">
    <p:bg>
      <p:bgPr>
        <a:solidFill>
          <a:schemeClr val="lt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"/>
          <p:cNvSpPr/>
          <p:nvPr/>
        </p:nvSpPr>
        <p:spPr>
          <a:xfrm rot="482751">
            <a:off x="407815" y="419618"/>
            <a:ext cx="3577314" cy="430840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1" name="Google Shape;231;p9"/>
          <p:cNvSpPr/>
          <p:nvPr>
            <p:ph idx="2" type="pic"/>
          </p:nvPr>
        </p:nvSpPr>
        <p:spPr>
          <a:xfrm>
            <a:off x="4372975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9"/>
          <p:cNvSpPr/>
          <p:nvPr/>
        </p:nvSpPr>
        <p:spPr>
          <a:xfrm rot="-98716">
            <a:off x="327421" y="293858"/>
            <a:ext cx="3782459" cy="455587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3" name="Google Shape;233;p9"/>
          <p:cNvSpPr txBox="1"/>
          <p:nvPr>
            <p:ph type="title"/>
          </p:nvPr>
        </p:nvSpPr>
        <p:spPr>
          <a:xfrm rot="-108624">
            <a:off x="673475" y="530154"/>
            <a:ext cx="3038717" cy="61381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34" name="Google Shape;234;p9"/>
          <p:cNvSpPr txBox="1"/>
          <p:nvPr>
            <p:ph idx="1" type="body"/>
          </p:nvPr>
        </p:nvSpPr>
        <p:spPr>
          <a:xfrm flipH="1" rot="-131721">
            <a:off x="577990" y="3865770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3">
  <p:cSld name="BLANK_1_1_1_1_1_1_1_1_1_1_1_1_2">
    <p:bg>
      <p:bgPr>
        <a:solidFill>
          <a:schemeClr val="lt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"/>
          <p:cNvSpPr/>
          <p:nvPr/>
        </p:nvSpPr>
        <p:spPr>
          <a:xfrm rot="-300782">
            <a:off x="5105280" y="419634"/>
            <a:ext cx="3577384" cy="43082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7" name="Google Shape;237;p10"/>
          <p:cNvSpPr/>
          <p:nvPr>
            <p:ph idx="2" type="pic"/>
          </p:nvPr>
        </p:nvSpPr>
        <p:spPr>
          <a:xfrm>
            <a:off x="2050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p10"/>
          <p:cNvSpPr/>
          <p:nvPr/>
        </p:nvSpPr>
        <p:spPr>
          <a:xfrm rot="134178">
            <a:off x="5002660" y="293903"/>
            <a:ext cx="3782581" cy="455567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9" name="Google Shape;239;p10"/>
          <p:cNvSpPr txBox="1"/>
          <p:nvPr>
            <p:ph idx="1" type="body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41" name="Google Shape;241;p10"/>
          <p:cNvSpPr txBox="1"/>
          <p:nvPr>
            <p:ph idx="3" type="body"/>
          </p:nvPr>
        </p:nvSpPr>
        <p:spPr>
          <a:xfrm rot="131721">
            <a:off x="5123776" y="3854495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Subtitle">
  <p:cSld name="CUSTOM_1_1_3_1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p11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244" name="Google Shape;244;p11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5" name="Google Shape;245;p11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6" name="Google Shape;246;p11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7" name="Google Shape;247;p11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8" name="Google Shape;248;p11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9" name="Google Shape;249;p11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0" name="Google Shape;250;p11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1" name="Google Shape;251;p11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2" name="Google Shape;252;p11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253" name="Google Shape;253;p11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4" name="Google Shape;254;p11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255" name="Google Shape;255;p11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256" name="Google Shape;256;p11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257" name="Google Shape;257;p11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58" name="Google Shape;258;p11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59" name="Google Shape;259;p11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60" name="Google Shape;260;p11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261" name="Google Shape;261;p11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62" name="Google Shape;262;p11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63" name="Google Shape;263;p11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64" name="Google Shape;264;p11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265" name="Google Shape;265;p11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66" name="Google Shape;266;p11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67" name="Google Shape;267;p11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68" name="Google Shape;268;p11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269" name="Google Shape;269;p11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70" name="Google Shape;270;p11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271" name="Google Shape;271;p11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72" name="Google Shape;272;p11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11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BLANK_1_1_1_1_1_1_1_1_1_1_1_1_1_1_1">
    <p:bg>
      <p:bgPr>
        <a:solidFill>
          <a:schemeClr val="lt1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"/>
          <p:cNvSpPr txBox="1"/>
          <p:nvPr>
            <p:ph idx="1" type="body"/>
          </p:nvPr>
        </p:nvSpPr>
        <p:spPr>
          <a:xfrm rot="-188853">
            <a:off x="683183" y="2219155"/>
            <a:ext cx="1890452" cy="148634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grpSp>
        <p:nvGrpSpPr>
          <p:cNvPr id="276" name="Google Shape;276;p12"/>
          <p:cNvGrpSpPr/>
          <p:nvPr/>
        </p:nvGrpSpPr>
        <p:grpSpPr>
          <a:xfrm>
            <a:off x="8663938" y="3954675"/>
            <a:ext cx="502925" cy="1209925"/>
            <a:chOff x="8642600" y="3954675"/>
            <a:chExt cx="502925" cy="1209925"/>
          </a:xfrm>
        </p:grpSpPr>
        <p:sp>
          <p:nvSpPr>
            <p:cNvPr id="277" name="Google Shape;277;p12"/>
            <p:cNvSpPr/>
            <p:nvPr/>
          </p:nvSpPr>
          <p:spPr>
            <a:xfrm>
              <a:off x="8642600" y="3954675"/>
              <a:ext cx="502925" cy="1196325"/>
            </a:xfrm>
            <a:custGeom>
              <a:rect b="b" l="l" r="r" t="t"/>
              <a:pathLst>
                <a:path extrusionOk="0" h="47853" w="20117">
                  <a:moveTo>
                    <a:pt x="20117" y="0"/>
                  </a:moveTo>
                  <a:lnTo>
                    <a:pt x="20117" y="47853"/>
                  </a:lnTo>
                  <a:lnTo>
                    <a:pt x="0" y="4785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cxnSp>
          <p:nvCxnSpPr>
            <p:cNvPr id="278" name="Google Shape;278;p12"/>
            <p:cNvCxnSpPr/>
            <p:nvPr/>
          </p:nvCxnSpPr>
          <p:spPr>
            <a:xfrm flipH="1">
              <a:off x="8779700" y="4349200"/>
              <a:ext cx="358200" cy="815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79" name="Google Shape;279;p12"/>
          <p:cNvSpPr txBox="1"/>
          <p:nvPr>
            <p:ph idx="2" type="body"/>
          </p:nvPr>
        </p:nvSpPr>
        <p:spPr>
          <a:xfrm rot="124964">
            <a:off x="5014631" y="765881"/>
            <a:ext cx="1890349" cy="148628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80" name="Google Shape;280;p12"/>
          <p:cNvSpPr txBox="1"/>
          <p:nvPr>
            <p:ph idx="3" type="body"/>
          </p:nvPr>
        </p:nvSpPr>
        <p:spPr>
          <a:xfrm rot="351430">
            <a:off x="3021711" y="3296608"/>
            <a:ext cx="1890268" cy="1486173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81" name="Google Shape;281;p12"/>
          <p:cNvSpPr txBox="1"/>
          <p:nvPr>
            <p:ph idx="4" type="body"/>
          </p:nvPr>
        </p:nvSpPr>
        <p:spPr>
          <a:xfrm rot="3819">
            <a:off x="6728901" y="3168092"/>
            <a:ext cx="1890601" cy="148590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82" name="Google Shape;282;p12"/>
          <p:cNvSpPr txBox="1"/>
          <p:nvPr>
            <p:ph type="title"/>
          </p:nvPr>
        </p:nvSpPr>
        <p:spPr>
          <a:xfrm>
            <a:off x="513300" y="375350"/>
            <a:ext cx="2796300" cy="65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83" name="Google Shape;283;p12"/>
          <p:cNvSpPr txBox="1"/>
          <p:nvPr>
            <p:ph idx="5" type="subTitle"/>
          </p:nvPr>
        </p:nvSpPr>
        <p:spPr>
          <a:xfrm rot="-226014">
            <a:off x="619152" y="1527866"/>
            <a:ext cx="1890484" cy="54778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284" name="Google Shape;284;p12"/>
          <p:cNvSpPr txBox="1"/>
          <p:nvPr>
            <p:ph idx="6" type="subTitle"/>
          </p:nvPr>
        </p:nvSpPr>
        <p:spPr>
          <a:xfrm rot="126162">
            <a:off x="5024491" y="108292"/>
            <a:ext cx="1970527" cy="54966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285" name="Google Shape;285;p12"/>
          <p:cNvSpPr txBox="1"/>
          <p:nvPr>
            <p:ph idx="7" type="subTitle"/>
          </p:nvPr>
        </p:nvSpPr>
        <p:spPr>
          <a:xfrm rot="348762">
            <a:off x="3115150" y="2659506"/>
            <a:ext cx="1943191" cy="54609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286" name="Google Shape;286;p12"/>
          <p:cNvSpPr txBox="1"/>
          <p:nvPr>
            <p:ph idx="8" type="subTitle"/>
          </p:nvPr>
        </p:nvSpPr>
        <p:spPr>
          <a:xfrm rot="-59757">
            <a:off x="6687978" y="2476634"/>
            <a:ext cx="1915789" cy="54968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2">
  <p:cSld name="BLANK_1_1_1_1_1_1_1_1">
    <p:bg>
      <p:bgPr>
        <a:solidFill>
          <a:schemeClr val="lt1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3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9" name="Google Shape;289;p13"/>
          <p:cNvSpPr txBox="1"/>
          <p:nvPr/>
        </p:nvSpPr>
        <p:spPr>
          <a:xfrm>
            <a:off x="5712000" y="3474850"/>
            <a:ext cx="7329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" sz="72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“</a:t>
            </a:r>
            <a:endParaRPr i="1" sz="7200">
              <a:solidFill>
                <a:schemeClr val="lt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290" name="Google Shape;290;p13"/>
          <p:cNvSpPr txBox="1"/>
          <p:nvPr>
            <p:ph idx="1" type="body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13"/>
          <p:cNvSpPr txBox="1"/>
          <p:nvPr>
            <p:ph idx="2" type="title"/>
          </p:nvPr>
        </p:nvSpPr>
        <p:spPr>
          <a:xfrm rot="-173518">
            <a:off x="5146753" y="4343806"/>
            <a:ext cx="1974114" cy="245408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0"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92" name="Google Shape;292;p13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296" name="Google Shape;296;p13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" name="Google Shape;297;p13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13"/>
          <p:cNvSpPr txBox="1"/>
          <p:nvPr>
            <p:ph idx="3" type="title"/>
          </p:nvPr>
        </p:nvSpPr>
        <p:spPr>
          <a:xfrm rot="-130161">
            <a:off x="5805931" y="3651002"/>
            <a:ext cx="2662908" cy="73313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BLANK_1_1_1_1_1_1_1_1_2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14"/>
          <p:cNvGrpSpPr/>
          <p:nvPr/>
        </p:nvGrpSpPr>
        <p:grpSpPr>
          <a:xfrm>
            <a:off x="0" y="-6300"/>
            <a:ext cx="9143705" cy="5150040"/>
            <a:chOff x="11751" y="-6300"/>
            <a:chExt cx="9190577" cy="5150040"/>
          </a:xfrm>
        </p:grpSpPr>
        <p:grpSp>
          <p:nvGrpSpPr>
            <p:cNvPr id="301" name="Google Shape;301;p14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302" name="Google Shape;302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3" name="Google Shape;303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4" name="Google Shape;304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5" name="Google Shape;305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6" name="Google Shape;306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7" name="Google Shape;307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8" name="Google Shape;308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9" name="Google Shape;309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0" name="Google Shape;310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1" name="Google Shape;311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2" name="Google Shape;312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3" name="Google Shape;313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4" name="Google Shape;314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5" name="Google Shape;315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6" name="Google Shape;316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7" name="Google Shape;317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8" name="Google Shape;318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9" name="Google Shape;319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0" name="Google Shape;320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1" name="Google Shape;321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2" name="Google Shape;322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3" name="Google Shape;323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24" name="Google Shape;324;p14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325" name="Google Shape;325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6" name="Google Shape;326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7" name="Google Shape;327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8" name="Google Shape;328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9" name="Google Shape;329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0" name="Google Shape;330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1" name="Google Shape;331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2" name="Google Shape;332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3" name="Google Shape;333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4" name="Google Shape;334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5" name="Google Shape;335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6" name="Google Shape;336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7" name="Google Shape;337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8" name="Google Shape;338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9" name="Google Shape;339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0" name="Google Shape;340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1" name="Google Shape;341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2" name="Google Shape;342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3" name="Google Shape;343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4" name="Google Shape;344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5" name="Google Shape;345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6" name="Google Shape;346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47" name="Google Shape;347;p14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348" name="Google Shape;348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9" name="Google Shape;349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0" name="Google Shape;350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1" name="Google Shape;351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2" name="Google Shape;352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3" name="Google Shape;353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4" name="Google Shape;354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5" name="Google Shape;355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6" name="Google Shape;356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7" name="Google Shape;357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8" name="Google Shape;358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9" name="Google Shape;359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0" name="Google Shape;360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1" name="Google Shape;361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2" name="Google Shape;362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3" name="Google Shape;363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4" name="Google Shape;364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5" name="Google Shape;365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6" name="Google Shape;366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7" name="Google Shape;367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8" name="Google Shape;368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9" name="Google Shape;369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70" name="Google Shape;370;p14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371" name="Google Shape;371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2" name="Google Shape;372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3" name="Google Shape;373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4" name="Google Shape;374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5" name="Google Shape;375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6" name="Google Shape;376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7" name="Google Shape;377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8" name="Google Shape;378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9" name="Google Shape;379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0" name="Google Shape;380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1" name="Google Shape;381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2" name="Google Shape;382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3" name="Google Shape;383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4" name="Google Shape;384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5" name="Google Shape;385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6" name="Google Shape;386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7" name="Google Shape;387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8" name="Google Shape;388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9" name="Google Shape;389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0" name="Google Shape;390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1" name="Google Shape;391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2" name="Google Shape;392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393" name="Google Shape;393;p14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94" name="Google Shape;394;p14"/>
          <p:cNvSpPr txBox="1"/>
          <p:nvPr>
            <p:ph idx="1" type="body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5" name="Google Shape;395;p14"/>
          <p:cNvSpPr txBox="1"/>
          <p:nvPr>
            <p:ph idx="2" type="title"/>
          </p:nvPr>
        </p:nvSpPr>
        <p:spPr>
          <a:xfrm rot="-173518">
            <a:off x="5146753" y="4388081"/>
            <a:ext cx="1974114" cy="245408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96" name="Google Shape;396;p14"/>
          <p:cNvSpPr txBox="1"/>
          <p:nvPr>
            <p:ph idx="3" type="title"/>
          </p:nvPr>
        </p:nvSpPr>
        <p:spPr>
          <a:xfrm rot="-130161">
            <a:off x="5801505" y="3629872"/>
            <a:ext cx="2662908" cy="6322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BLANK_1_1_1_1_1_1_1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" name="Google Shape;398;p15"/>
          <p:cNvGrpSpPr/>
          <p:nvPr/>
        </p:nvGrpSpPr>
        <p:grpSpPr>
          <a:xfrm>
            <a:off x="0" y="939481"/>
            <a:ext cx="9144000" cy="3964219"/>
            <a:chOff x="0" y="939481"/>
            <a:chExt cx="9144000" cy="3964219"/>
          </a:xfrm>
        </p:grpSpPr>
        <p:cxnSp>
          <p:nvCxnSpPr>
            <p:cNvPr id="399" name="Google Shape;399;p15"/>
            <p:cNvCxnSpPr/>
            <p:nvPr/>
          </p:nvCxnSpPr>
          <p:spPr>
            <a:xfrm>
              <a:off x="0" y="939481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0" name="Google Shape;400;p15"/>
            <p:cNvCxnSpPr/>
            <p:nvPr/>
          </p:nvCxnSpPr>
          <p:spPr>
            <a:xfrm>
              <a:off x="0" y="28463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1" name="Google Shape;401;p15"/>
            <p:cNvCxnSpPr/>
            <p:nvPr/>
          </p:nvCxnSpPr>
          <p:spPr>
            <a:xfrm>
              <a:off x="0" y="30749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2" name="Google Shape;402;p15"/>
            <p:cNvCxnSpPr/>
            <p:nvPr/>
          </p:nvCxnSpPr>
          <p:spPr>
            <a:xfrm>
              <a:off x="0" y="33035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3" name="Google Shape;403;p15"/>
            <p:cNvCxnSpPr/>
            <p:nvPr/>
          </p:nvCxnSpPr>
          <p:spPr>
            <a:xfrm>
              <a:off x="0" y="35321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4" name="Google Shape;404;p15"/>
            <p:cNvCxnSpPr/>
            <p:nvPr/>
          </p:nvCxnSpPr>
          <p:spPr>
            <a:xfrm>
              <a:off x="0" y="37607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5" name="Google Shape;405;p15"/>
            <p:cNvCxnSpPr/>
            <p:nvPr/>
          </p:nvCxnSpPr>
          <p:spPr>
            <a:xfrm>
              <a:off x="0" y="39893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6" name="Google Shape;406;p15"/>
            <p:cNvCxnSpPr/>
            <p:nvPr/>
          </p:nvCxnSpPr>
          <p:spPr>
            <a:xfrm>
              <a:off x="0" y="42179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7" name="Google Shape;407;p15"/>
            <p:cNvCxnSpPr/>
            <p:nvPr/>
          </p:nvCxnSpPr>
          <p:spPr>
            <a:xfrm>
              <a:off x="0" y="44465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8" name="Google Shape;408;p15"/>
            <p:cNvCxnSpPr/>
            <p:nvPr/>
          </p:nvCxnSpPr>
          <p:spPr>
            <a:xfrm>
              <a:off x="0" y="46751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9" name="Google Shape;409;p15"/>
            <p:cNvCxnSpPr/>
            <p:nvPr/>
          </p:nvCxnSpPr>
          <p:spPr>
            <a:xfrm>
              <a:off x="0" y="49037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10" name="Google Shape;410;p15"/>
          <p:cNvSpPr/>
          <p:nvPr/>
        </p:nvSpPr>
        <p:spPr>
          <a:xfrm rot="341415">
            <a:off x="4870163" y="329972"/>
            <a:ext cx="3279862" cy="460671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411" name="Google Shape;411;p15"/>
          <p:cNvGrpSpPr/>
          <p:nvPr/>
        </p:nvGrpSpPr>
        <p:grpSpPr>
          <a:xfrm rot="341264">
            <a:off x="4864199" y="350512"/>
            <a:ext cx="184449" cy="4334311"/>
            <a:chOff x="5380497" y="383100"/>
            <a:chExt cx="189628" cy="4456010"/>
          </a:xfrm>
        </p:grpSpPr>
        <p:grpSp>
          <p:nvGrpSpPr>
            <p:cNvPr id="412" name="Google Shape;412;p15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413" name="Google Shape;413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14" name="Google Shape;414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15" name="Google Shape;415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16" name="Google Shape;416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17" name="Google Shape;417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18" name="Google Shape;418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19" name="Google Shape;419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20" name="Google Shape;420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21" name="Google Shape;421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22" name="Google Shape;422;p15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423" name="Google Shape;423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24" name="Google Shape;424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25" name="Google Shape;425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26" name="Google Shape;426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27" name="Google Shape;427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28" name="Google Shape;428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29" name="Google Shape;429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30" name="Google Shape;430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31" name="Google Shape;431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32" name="Google Shape;432;p15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433" name="Google Shape;433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34" name="Google Shape;434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35" name="Google Shape;435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36" name="Google Shape;436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37" name="Google Shape;437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38" name="Google Shape;438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39" name="Google Shape;439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40" name="Google Shape;440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41" name="Google Shape;441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42" name="Google Shape;442;p15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443" name="Google Shape;443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44" name="Google Shape;444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45" name="Google Shape;445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46" name="Google Shape;446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47" name="Google Shape;447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48" name="Google Shape;448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449" name="Google Shape;449;p15"/>
          <p:cNvSpPr/>
          <p:nvPr/>
        </p:nvSpPr>
        <p:spPr>
          <a:xfrm>
            <a:off x="5136896" y="329628"/>
            <a:ext cx="3280500" cy="4607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450" name="Google Shape;450;p15"/>
          <p:cNvGrpSpPr/>
          <p:nvPr/>
        </p:nvGrpSpPr>
        <p:grpSpPr>
          <a:xfrm>
            <a:off x="5137471" y="504148"/>
            <a:ext cx="184470" cy="4334807"/>
            <a:chOff x="5380497" y="383100"/>
            <a:chExt cx="189628" cy="4456010"/>
          </a:xfrm>
        </p:grpSpPr>
        <p:grpSp>
          <p:nvGrpSpPr>
            <p:cNvPr id="451" name="Google Shape;451;p15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452" name="Google Shape;452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53" name="Google Shape;453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54" name="Google Shape;454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55" name="Google Shape;455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56" name="Google Shape;456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57" name="Google Shape;457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58" name="Google Shape;458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59" name="Google Shape;459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0" name="Google Shape;460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61" name="Google Shape;461;p15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462" name="Google Shape;462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63" name="Google Shape;463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4" name="Google Shape;464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65" name="Google Shape;465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66" name="Google Shape;466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7" name="Google Shape;467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68" name="Google Shape;468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69" name="Google Shape;469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70" name="Google Shape;470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71" name="Google Shape;471;p15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472" name="Google Shape;472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73" name="Google Shape;473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74" name="Google Shape;474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75" name="Google Shape;475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76" name="Google Shape;476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77" name="Google Shape;477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78" name="Google Shape;478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79" name="Google Shape;479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0" name="Google Shape;480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81" name="Google Shape;481;p15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482" name="Google Shape;482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83" name="Google Shape;483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4" name="Google Shape;484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85" name="Google Shape;485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86" name="Google Shape;486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7" name="Google Shape;487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488" name="Google Shape;488;p15"/>
          <p:cNvSpPr txBox="1"/>
          <p:nvPr>
            <p:ph idx="1" type="body"/>
          </p:nvPr>
        </p:nvSpPr>
        <p:spPr>
          <a:xfrm>
            <a:off x="5586600" y="641275"/>
            <a:ext cx="2627700" cy="31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489" name="Google Shape;489;p15"/>
          <p:cNvSpPr txBox="1"/>
          <p:nvPr>
            <p:ph type="title"/>
          </p:nvPr>
        </p:nvSpPr>
        <p:spPr>
          <a:xfrm>
            <a:off x="521275" y="525800"/>
            <a:ext cx="2094900" cy="14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Notes ">
  <p:cSld name="CUSTOM_2"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" name="Google Shape;491;p16"/>
          <p:cNvGrpSpPr/>
          <p:nvPr/>
        </p:nvGrpSpPr>
        <p:grpSpPr>
          <a:xfrm>
            <a:off x="0" y="-6300"/>
            <a:ext cx="9162087" cy="5150040"/>
            <a:chOff x="11751" y="-6300"/>
            <a:chExt cx="9190577" cy="5150040"/>
          </a:xfrm>
        </p:grpSpPr>
        <p:grpSp>
          <p:nvGrpSpPr>
            <p:cNvPr id="492" name="Google Shape;492;p16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493" name="Google Shape;493;p1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4" name="Google Shape;494;p1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5" name="Google Shape;495;p1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6" name="Google Shape;496;p1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7" name="Google Shape;497;p1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8" name="Google Shape;498;p1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9" name="Google Shape;499;p1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0" name="Google Shape;500;p1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1" name="Google Shape;501;p1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2" name="Google Shape;502;p1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3" name="Google Shape;503;p1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4" name="Google Shape;504;p1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5" name="Google Shape;505;p1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6" name="Google Shape;506;p1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7" name="Google Shape;507;p1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8" name="Google Shape;508;p1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9" name="Google Shape;509;p1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0" name="Google Shape;510;p1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1" name="Google Shape;511;p1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2" name="Google Shape;512;p1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3" name="Google Shape;513;p1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4" name="Google Shape;514;p1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15" name="Google Shape;515;p16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516" name="Google Shape;516;p1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7" name="Google Shape;517;p1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8" name="Google Shape;518;p1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9" name="Google Shape;519;p1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0" name="Google Shape;520;p1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1" name="Google Shape;521;p1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2" name="Google Shape;522;p1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3" name="Google Shape;523;p1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4" name="Google Shape;524;p1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5" name="Google Shape;525;p1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6" name="Google Shape;526;p1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7" name="Google Shape;527;p1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8" name="Google Shape;528;p1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9" name="Google Shape;529;p1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0" name="Google Shape;530;p1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1" name="Google Shape;531;p1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2" name="Google Shape;532;p1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3" name="Google Shape;533;p1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4" name="Google Shape;534;p1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5" name="Google Shape;535;p1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6" name="Google Shape;536;p1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7" name="Google Shape;537;p1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38" name="Google Shape;538;p16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539" name="Google Shape;539;p1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0" name="Google Shape;540;p1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1" name="Google Shape;541;p1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2" name="Google Shape;542;p1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3" name="Google Shape;543;p1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4" name="Google Shape;544;p1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5" name="Google Shape;545;p1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6" name="Google Shape;546;p1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7" name="Google Shape;547;p1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8" name="Google Shape;548;p1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9" name="Google Shape;549;p1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0" name="Google Shape;550;p1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1" name="Google Shape;551;p1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2" name="Google Shape;552;p1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3" name="Google Shape;553;p1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4" name="Google Shape;554;p1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5" name="Google Shape;555;p1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6" name="Google Shape;556;p1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7" name="Google Shape;557;p1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8" name="Google Shape;558;p1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9" name="Google Shape;559;p1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0" name="Google Shape;560;p1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61" name="Google Shape;561;p16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562" name="Google Shape;562;p1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3" name="Google Shape;563;p1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4" name="Google Shape;564;p1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5" name="Google Shape;565;p1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6" name="Google Shape;566;p1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7" name="Google Shape;567;p1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8" name="Google Shape;568;p1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9" name="Google Shape;569;p1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0" name="Google Shape;570;p1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1" name="Google Shape;571;p1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2" name="Google Shape;572;p1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3" name="Google Shape;573;p1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4" name="Google Shape;574;p1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5" name="Google Shape;575;p1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6" name="Google Shape;576;p1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7" name="Google Shape;577;p1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8" name="Google Shape;578;p1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9" name="Google Shape;579;p1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0" name="Google Shape;580;p1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1" name="Google Shape;581;p1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2" name="Google Shape;582;p1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3" name="Google Shape;583;p1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584" name="Google Shape;584;p16"/>
          <p:cNvSpPr txBox="1"/>
          <p:nvPr>
            <p:ph type="title"/>
          </p:nvPr>
        </p:nvSpPr>
        <p:spPr>
          <a:xfrm>
            <a:off x="532800" y="1269600"/>
            <a:ext cx="2618400" cy="472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585" name="Google Shape;585;p16"/>
          <p:cNvSpPr txBox="1"/>
          <p:nvPr>
            <p:ph idx="1" type="subTitle"/>
          </p:nvPr>
        </p:nvSpPr>
        <p:spPr>
          <a:xfrm>
            <a:off x="520800" y="1711450"/>
            <a:ext cx="2642400" cy="12405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6" name="Google Shape;586;p16"/>
          <p:cNvSpPr txBox="1"/>
          <p:nvPr>
            <p:ph idx="2" type="subTitle"/>
          </p:nvPr>
        </p:nvSpPr>
        <p:spPr>
          <a:xfrm>
            <a:off x="531875" y="2928325"/>
            <a:ext cx="2618400" cy="39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7" name="Google Shape;587;p16"/>
          <p:cNvSpPr txBox="1"/>
          <p:nvPr>
            <p:ph idx="3" type="title"/>
          </p:nvPr>
        </p:nvSpPr>
        <p:spPr>
          <a:xfrm rot="139861">
            <a:off x="3291201" y="1217875"/>
            <a:ext cx="2618467" cy="47289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588" name="Google Shape;588;p16"/>
          <p:cNvSpPr txBox="1"/>
          <p:nvPr>
            <p:ph idx="4" type="subTitle"/>
          </p:nvPr>
        </p:nvSpPr>
        <p:spPr>
          <a:xfrm rot="139761">
            <a:off x="3245632" y="1659003"/>
            <a:ext cx="2642483" cy="1240624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9" name="Google Shape;589;p16"/>
          <p:cNvSpPr txBox="1"/>
          <p:nvPr>
            <p:ph idx="5" type="subTitle"/>
          </p:nvPr>
        </p:nvSpPr>
        <p:spPr>
          <a:xfrm rot="139861">
            <a:off x="3224189" y="2875212"/>
            <a:ext cx="2618467" cy="395132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0" name="Google Shape;590;p16"/>
          <p:cNvSpPr txBox="1"/>
          <p:nvPr>
            <p:ph idx="6" type="title"/>
          </p:nvPr>
        </p:nvSpPr>
        <p:spPr>
          <a:xfrm>
            <a:off x="5994100" y="1252413"/>
            <a:ext cx="2618400" cy="472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591" name="Google Shape;591;p16"/>
          <p:cNvSpPr txBox="1"/>
          <p:nvPr>
            <p:ph idx="7" type="subTitle"/>
          </p:nvPr>
        </p:nvSpPr>
        <p:spPr>
          <a:xfrm>
            <a:off x="5982100" y="1694263"/>
            <a:ext cx="2642400" cy="12405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2" name="Google Shape;592;p16"/>
          <p:cNvSpPr txBox="1"/>
          <p:nvPr>
            <p:ph idx="8" type="subTitle"/>
          </p:nvPr>
        </p:nvSpPr>
        <p:spPr>
          <a:xfrm>
            <a:off x="5993175" y="2911138"/>
            <a:ext cx="2618400" cy="39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3" name="Google Shape;593;p16"/>
          <p:cNvSpPr txBox="1"/>
          <p:nvPr>
            <p:ph idx="9" type="subTitle"/>
          </p:nvPr>
        </p:nvSpPr>
        <p:spPr>
          <a:xfrm>
            <a:off x="3254000" y="3461675"/>
            <a:ext cx="2529300" cy="935100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4" name="Google Shape;594;p16"/>
          <p:cNvSpPr txBox="1"/>
          <p:nvPr>
            <p:ph idx="13" type="subTitle"/>
          </p:nvPr>
        </p:nvSpPr>
        <p:spPr>
          <a:xfrm>
            <a:off x="3254000" y="3840475"/>
            <a:ext cx="2644800" cy="7611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5" name="Google Shape;595;p16"/>
          <p:cNvSpPr txBox="1"/>
          <p:nvPr>
            <p:ph idx="14" type="subTitle"/>
          </p:nvPr>
        </p:nvSpPr>
        <p:spPr>
          <a:xfrm rot="-143344">
            <a:off x="503564" y="3472782"/>
            <a:ext cx="2526096" cy="935014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6" name="Google Shape;596;p16"/>
          <p:cNvSpPr txBox="1"/>
          <p:nvPr>
            <p:ph idx="15" type="subTitle"/>
          </p:nvPr>
        </p:nvSpPr>
        <p:spPr>
          <a:xfrm rot="-143157">
            <a:off x="515751" y="3848927"/>
            <a:ext cx="2644693" cy="761165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7" name="Google Shape;597;p16"/>
          <p:cNvSpPr txBox="1"/>
          <p:nvPr>
            <p:ph idx="16" type="subTitle"/>
          </p:nvPr>
        </p:nvSpPr>
        <p:spPr>
          <a:xfrm>
            <a:off x="5975950" y="3457125"/>
            <a:ext cx="2506800" cy="935100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8" name="Google Shape;598;p16"/>
          <p:cNvSpPr txBox="1"/>
          <p:nvPr>
            <p:ph idx="17" type="subTitle"/>
          </p:nvPr>
        </p:nvSpPr>
        <p:spPr>
          <a:xfrm>
            <a:off x="5975950" y="3835925"/>
            <a:ext cx="2644800" cy="7611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Subtitle and Note">
  <p:cSld name="CUSTOM_1_1_2_2"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7"/>
          <p:cNvSpPr txBox="1"/>
          <p:nvPr>
            <p:ph idx="1" type="body"/>
          </p:nvPr>
        </p:nvSpPr>
        <p:spPr>
          <a:xfrm>
            <a:off x="509725" y="1130288"/>
            <a:ext cx="417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9pPr>
          </a:lstStyle>
          <a:p/>
        </p:txBody>
      </p:sp>
      <p:cxnSp>
        <p:nvCxnSpPr>
          <p:cNvPr id="601" name="Google Shape;601;p17"/>
          <p:cNvCxnSpPr/>
          <p:nvPr/>
        </p:nvCxnSpPr>
        <p:spPr>
          <a:xfrm>
            <a:off x="0" y="28463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2" name="Google Shape;602;p17"/>
          <p:cNvCxnSpPr/>
          <p:nvPr/>
        </p:nvCxnSpPr>
        <p:spPr>
          <a:xfrm>
            <a:off x="0" y="30749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3" name="Google Shape;603;p17"/>
          <p:cNvCxnSpPr/>
          <p:nvPr/>
        </p:nvCxnSpPr>
        <p:spPr>
          <a:xfrm>
            <a:off x="0" y="33035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4" name="Google Shape;604;p17"/>
          <p:cNvCxnSpPr/>
          <p:nvPr/>
        </p:nvCxnSpPr>
        <p:spPr>
          <a:xfrm>
            <a:off x="0" y="35321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5" name="Google Shape;605;p17"/>
          <p:cNvCxnSpPr/>
          <p:nvPr/>
        </p:nvCxnSpPr>
        <p:spPr>
          <a:xfrm>
            <a:off x="0" y="37607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6" name="Google Shape;606;p17"/>
          <p:cNvCxnSpPr/>
          <p:nvPr/>
        </p:nvCxnSpPr>
        <p:spPr>
          <a:xfrm>
            <a:off x="0" y="39893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7" name="Google Shape;607;p17"/>
          <p:cNvCxnSpPr/>
          <p:nvPr/>
        </p:nvCxnSpPr>
        <p:spPr>
          <a:xfrm>
            <a:off x="0" y="42179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8" name="Google Shape;608;p17"/>
          <p:cNvCxnSpPr/>
          <p:nvPr/>
        </p:nvCxnSpPr>
        <p:spPr>
          <a:xfrm>
            <a:off x="0" y="44465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9" name="Google Shape;609;p17"/>
          <p:cNvCxnSpPr/>
          <p:nvPr/>
        </p:nvCxnSpPr>
        <p:spPr>
          <a:xfrm>
            <a:off x="0" y="46751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0" name="Google Shape;610;p17"/>
          <p:cNvCxnSpPr/>
          <p:nvPr/>
        </p:nvCxnSpPr>
        <p:spPr>
          <a:xfrm>
            <a:off x="0" y="49037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1" name="Google Shape;611;p17"/>
          <p:cNvCxnSpPr/>
          <p:nvPr/>
        </p:nvCxnSpPr>
        <p:spPr>
          <a:xfrm>
            <a:off x="0" y="939481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2" name="Google Shape;612;p17"/>
          <p:cNvSpPr txBox="1"/>
          <p:nvPr>
            <p:ph type="title"/>
          </p:nvPr>
        </p:nvSpPr>
        <p:spPr>
          <a:xfrm>
            <a:off x="509725" y="525800"/>
            <a:ext cx="4785900" cy="6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13" name="Google Shape;613;p17"/>
          <p:cNvSpPr txBox="1"/>
          <p:nvPr>
            <p:ph idx="2" type="subTitle"/>
          </p:nvPr>
        </p:nvSpPr>
        <p:spPr>
          <a:xfrm rot="-182546">
            <a:off x="5376031" y="2587214"/>
            <a:ext cx="3108782" cy="501711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4" name="Google Shape;614;p17"/>
          <p:cNvSpPr txBox="1"/>
          <p:nvPr>
            <p:ph idx="3" type="subTitle"/>
          </p:nvPr>
        </p:nvSpPr>
        <p:spPr>
          <a:xfrm rot="-182643">
            <a:off x="5853959" y="3074975"/>
            <a:ext cx="2977201" cy="1813059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6 Notes">
  <p:cSld name="CUSTOM_1_1_2_1"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8"/>
          <p:cNvSpPr txBox="1"/>
          <p:nvPr>
            <p:ph idx="1" type="subTitle"/>
          </p:nvPr>
        </p:nvSpPr>
        <p:spPr>
          <a:xfrm>
            <a:off x="267785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7" name="Google Shape;617;p18"/>
          <p:cNvSpPr txBox="1"/>
          <p:nvPr>
            <p:ph type="title"/>
          </p:nvPr>
        </p:nvSpPr>
        <p:spPr>
          <a:xfrm>
            <a:off x="527805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18" name="Google Shape;618;p18"/>
          <p:cNvSpPr txBox="1"/>
          <p:nvPr>
            <p:ph idx="2" type="title"/>
          </p:nvPr>
        </p:nvSpPr>
        <p:spPr>
          <a:xfrm>
            <a:off x="751835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19" name="Google Shape;619;p18"/>
          <p:cNvSpPr txBox="1"/>
          <p:nvPr>
            <p:ph idx="3" type="title"/>
          </p:nvPr>
        </p:nvSpPr>
        <p:spPr>
          <a:xfrm>
            <a:off x="304517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20" name="Google Shape;620;p18"/>
          <p:cNvSpPr txBox="1"/>
          <p:nvPr>
            <p:ph idx="4" type="title"/>
          </p:nvPr>
        </p:nvSpPr>
        <p:spPr>
          <a:xfrm>
            <a:off x="527062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21" name="Google Shape;621;p18"/>
          <p:cNvSpPr txBox="1"/>
          <p:nvPr>
            <p:ph idx="5" type="title"/>
          </p:nvPr>
        </p:nvSpPr>
        <p:spPr>
          <a:xfrm>
            <a:off x="751092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22" name="Google Shape;622;p18"/>
          <p:cNvSpPr txBox="1"/>
          <p:nvPr>
            <p:ph idx="6" type="title"/>
          </p:nvPr>
        </p:nvSpPr>
        <p:spPr>
          <a:xfrm>
            <a:off x="521275" y="525800"/>
            <a:ext cx="1897500" cy="14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3" name="Google Shape;623;p18"/>
          <p:cNvSpPr/>
          <p:nvPr/>
        </p:nvSpPr>
        <p:spPr>
          <a:xfrm>
            <a:off x="673550" y="3164224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4" name="Google Shape;624;p18"/>
          <p:cNvSpPr/>
          <p:nvPr/>
        </p:nvSpPr>
        <p:spPr>
          <a:xfrm>
            <a:off x="673550" y="3413020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5" name="Google Shape;625;p18"/>
          <p:cNvSpPr/>
          <p:nvPr/>
        </p:nvSpPr>
        <p:spPr>
          <a:xfrm>
            <a:off x="673550" y="3661816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6" name="Google Shape;626;p18"/>
          <p:cNvSpPr/>
          <p:nvPr/>
        </p:nvSpPr>
        <p:spPr>
          <a:xfrm>
            <a:off x="673550" y="3910626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7" name="Google Shape;627;p18"/>
          <p:cNvSpPr/>
          <p:nvPr/>
        </p:nvSpPr>
        <p:spPr>
          <a:xfrm>
            <a:off x="673550" y="4159422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8" name="Google Shape;628;p18"/>
          <p:cNvSpPr/>
          <p:nvPr/>
        </p:nvSpPr>
        <p:spPr>
          <a:xfrm>
            <a:off x="673550" y="4408217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629" name="Google Shape;629;p18"/>
          <p:cNvGrpSpPr/>
          <p:nvPr/>
        </p:nvGrpSpPr>
        <p:grpSpPr>
          <a:xfrm>
            <a:off x="666102" y="3359600"/>
            <a:ext cx="1540800" cy="1232286"/>
            <a:chOff x="666102" y="3359600"/>
            <a:chExt cx="1540800" cy="1232286"/>
          </a:xfrm>
        </p:grpSpPr>
        <p:cxnSp>
          <p:nvCxnSpPr>
            <p:cNvPr id="630" name="Google Shape;630;p18"/>
            <p:cNvCxnSpPr/>
            <p:nvPr/>
          </p:nvCxnSpPr>
          <p:spPr>
            <a:xfrm>
              <a:off x="666102" y="3359600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1" name="Google Shape;631;p18"/>
            <p:cNvCxnSpPr/>
            <p:nvPr/>
          </p:nvCxnSpPr>
          <p:spPr>
            <a:xfrm>
              <a:off x="666102" y="3603081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2" name="Google Shape;632;p18"/>
            <p:cNvCxnSpPr/>
            <p:nvPr/>
          </p:nvCxnSpPr>
          <p:spPr>
            <a:xfrm>
              <a:off x="666102" y="3846561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3" name="Google Shape;633;p18"/>
            <p:cNvCxnSpPr/>
            <p:nvPr/>
          </p:nvCxnSpPr>
          <p:spPr>
            <a:xfrm>
              <a:off x="666102" y="4090042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4" name="Google Shape;634;p18"/>
            <p:cNvCxnSpPr/>
            <p:nvPr/>
          </p:nvCxnSpPr>
          <p:spPr>
            <a:xfrm>
              <a:off x="666102" y="4340963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5" name="Google Shape;635;p18"/>
            <p:cNvCxnSpPr/>
            <p:nvPr/>
          </p:nvCxnSpPr>
          <p:spPr>
            <a:xfrm>
              <a:off x="666102" y="4591886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636" name="Google Shape;636;p18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37" name="Google Shape;637;p18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638" name="Google Shape;638;p18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639" name="Google Shape;639;p18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640" name="Google Shape;640;p1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41" name="Google Shape;641;p1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42" name="Google Shape;642;p18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43" name="Google Shape;643;p18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644" name="Google Shape;644;p1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45" name="Google Shape;645;p1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46" name="Google Shape;646;p18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47" name="Google Shape;647;p18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648" name="Google Shape;648;p1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49" name="Google Shape;649;p1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50" name="Google Shape;650;p18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51" name="Google Shape;651;p18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652" name="Google Shape;652;p1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53" name="Google Shape;653;p1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654" name="Google Shape;654;p18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655" name="Google Shape;655;p18"/>
          <p:cNvSpPr txBox="1"/>
          <p:nvPr>
            <p:ph idx="7" type="title"/>
          </p:nvPr>
        </p:nvSpPr>
        <p:spPr>
          <a:xfrm rot="-269417">
            <a:off x="593100" y="2197119"/>
            <a:ext cx="1597905" cy="68007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6" name="Google Shape;656;p18"/>
          <p:cNvSpPr txBox="1"/>
          <p:nvPr>
            <p:ph idx="8" type="title"/>
          </p:nvPr>
        </p:nvSpPr>
        <p:spPr>
          <a:xfrm>
            <a:off x="305260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57" name="Google Shape;657;p18"/>
          <p:cNvSpPr txBox="1"/>
          <p:nvPr>
            <p:ph idx="9" type="subTitle"/>
          </p:nvPr>
        </p:nvSpPr>
        <p:spPr>
          <a:xfrm>
            <a:off x="486600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8" name="Google Shape;658;p18"/>
          <p:cNvSpPr txBox="1"/>
          <p:nvPr>
            <p:ph idx="13" type="subTitle"/>
          </p:nvPr>
        </p:nvSpPr>
        <p:spPr>
          <a:xfrm>
            <a:off x="708560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9" name="Google Shape;659;p18"/>
          <p:cNvSpPr txBox="1"/>
          <p:nvPr>
            <p:ph idx="14" type="subTitle"/>
          </p:nvPr>
        </p:nvSpPr>
        <p:spPr>
          <a:xfrm>
            <a:off x="267785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0" name="Google Shape;660;p18"/>
          <p:cNvSpPr txBox="1"/>
          <p:nvPr>
            <p:ph idx="15" type="subTitle"/>
          </p:nvPr>
        </p:nvSpPr>
        <p:spPr>
          <a:xfrm>
            <a:off x="486600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1" name="Google Shape;661;p18"/>
          <p:cNvSpPr txBox="1"/>
          <p:nvPr>
            <p:ph idx="16" type="subTitle"/>
          </p:nvPr>
        </p:nvSpPr>
        <p:spPr>
          <a:xfrm>
            <a:off x="708560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BLANK_1_1_1_2">
    <p:bg>
      <p:bgPr>
        <a:solidFill>
          <a:schemeClr val="lt2"/>
        </a:solid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9"/>
          <p:cNvSpPr/>
          <p:nvPr/>
        </p:nvSpPr>
        <p:spPr>
          <a:xfrm>
            <a:off x="2341800" y="0"/>
            <a:ext cx="6802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64" name="Google Shape;664;p19"/>
          <p:cNvSpPr txBox="1"/>
          <p:nvPr>
            <p:ph idx="1" type="body"/>
          </p:nvPr>
        </p:nvSpPr>
        <p:spPr>
          <a:xfrm>
            <a:off x="2802500" y="100140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grpSp>
        <p:nvGrpSpPr>
          <p:cNvPr id="665" name="Google Shape;665;p19"/>
          <p:cNvGrpSpPr/>
          <p:nvPr/>
        </p:nvGrpSpPr>
        <p:grpSpPr>
          <a:xfrm rot="5400000">
            <a:off x="6680877" y="-2076119"/>
            <a:ext cx="184470" cy="4334807"/>
            <a:chOff x="5380497" y="383100"/>
            <a:chExt cx="189628" cy="4456010"/>
          </a:xfrm>
        </p:grpSpPr>
        <p:grpSp>
          <p:nvGrpSpPr>
            <p:cNvPr id="666" name="Google Shape;666;p19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667" name="Google Shape;667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668" name="Google Shape;668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69" name="Google Shape;669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70" name="Google Shape;670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671" name="Google Shape;671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72" name="Google Shape;672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73" name="Google Shape;673;p19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674" name="Google Shape;674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75" name="Google Shape;675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676" name="Google Shape;676;p19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677" name="Google Shape;677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678" name="Google Shape;678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79" name="Google Shape;679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80" name="Google Shape;680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681" name="Google Shape;681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82" name="Google Shape;682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83" name="Google Shape;683;p19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684" name="Google Shape;684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85" name="Google Shape;685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686" name="Google Shape;686;p19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687" name="Google Shape;687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688" name="Google Shape;688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89" name="Google Shape;689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90" name="Google Shape;690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691" name="Google Shape;691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2" name="Google Shape;692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93" name="Google Shape;693;p19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694" name="Google Shape;694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5" name="Google Shape;695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696" name="Google Shape;696;p19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697" name="Google Shape;697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698" name="Google Shape;698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9" name="Google Shape;699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00" name="Google Shape;700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01" name="Google Shape;701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02" name="Google Shape;702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grpSp>
        <p:nvGrpSpPr>
          <p:cNvPr id="703" name="Google Shape;703;p19"/>
          <p:cNvGrpSpPr/>
          <p:nvPr/>
        </p:nvGrpSpPr>
        <p:grpSpPr>
          <a:xfrm rot="5400000">
            <a:off x="3292843" y="-815956"/>
            <a:ext cx="184470" cy="1814476"/>
            <a:chOff x="5380497" y="383100"/>
            <a:chExt cx="189628" cy="1865210"/>
          </a:xfrm>
        </p:grpSpPr>
        <p:grpSp>
          <p:nvGrpSpPr>
            <p:cNvPr id="704" name="Google Shape;704;p19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705" name="Google Shape;705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06" name="Google Shape;706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07" name="Google Shape;707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08" name="Google Shape;708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09" name="Google Shape;709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0" name="Google Shape;710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11" name="Google Shape;711;p19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712" name="Google Shape;712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3" name="Google Shape;713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714" name="Google Shape;714;p19"/>
            <p:cNvGrpSpPr/>
            <p:nvPr/>
          </p:nvGrpSpPr>
          <p:grpSpPr>
            <a:xfrm>
              <a:off x="5380497" y="1678500"/>
              <a:ext cx="189628" cy="569810"/>
              <a:chOff x="5380497" y="383100"/>
              <a:chExt cx="189628" cy="569810"/>
            </a:xfrm>
          </p:grpSpPr>
          <p:grpSp>
            <p:nvGrpSpPr>
              <p:cNvPr id="715" name="Google Shape;715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16" name="Google Shape;716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7" name="Google Shape;717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18" name="Google Shape;718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19" name="Google Shape;719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20" name="Google Shape;720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721" name="Google Shape;721;p19"/>
          <p:cNvSpPr txBox="1"/>
          <p:nvPr>
            <p:ph type="title"/>
          </p:nvPr>
        </p:nvSpPr>
        <p:spPr>
          <a:xfrm>
            <a:off x="423975" y="3065225"/>
            <a:ext cx="1758900" cy="184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cxnSp>
        <p:nvCxnSpPr>
          <p:cNvPr id="722" name="Google Shape;722;p19"/>
          <p:cNvCxnSpPr/>
          <p:nvPr/>
        </p:nvCxnSpPr>
        <p:spPr>
          <a:xfrm>
            <a:off x="249750" y="-22275"/>
            <a:ext cx="0" cy="51774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3" name="Google Shape;723;p19"/>
          <p:cNvCxnSpPr/>
          <p:nvPr/>
        </p:nvCxnSpPr>
        <p:spPr>
          <a:xfrm>
            <a:off x="177000" y="-14750"/>
            <a:ext cx="0" cy="5158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4" name="Google Shape;724;p19"/>
          <p:cNvSpPr txBox="1"/>
          <p:nvPr>
            <p:ph idx="2" type="title"/>
          </p:nvPr>
        </p:nvSpPr>
        <p:spPr>
          <a:xfrm>
            <a:off x="2802725" y="49230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725" name="Google Shape;725;p19"/>
          <p:cNvSpPr txBox="1"/>
          <p:nvPr>
            <p:ph idx="3" type="body"/>
          </p:nvPr>
        </p:nvSpPr>
        <p:spPr>
          <a:xfrm>
            <a:off x="6214525" y="100140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26" name="Google Shape;726;p19"/>
          <p:cNvSpPr txBox="1"/>
          <p:nvPr>
            <p:ph idx="4" type="title"/>
          </p:nvPr>
        </p:nvSpPr>
        <p:spPr>
          <a:xfrm>
            <a:off x="6214750" y="49230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727" name="Google Shape;727;p19"/>
          <p:cNvSpPr txBox="1"/>
          <p:nvPr>
            <p:ph idx="5" type="body"/>
          </p:nvPr>
        </p:nvSpPr>
        <p:spPr>
          <a:xfrm>
            <a:off x="2802500" y="344235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28" name="Google Shape;728;p19"/>
          <p:cNvSpPr txBox="1"/>
          <p:nvPr>
            <p:ph idx="6" type="title"/>
          </p:nvPr>
        </p:nvSpPr>
        <p:spPr>
          <a:xfrm>
            <a:off x="2802725" y="293325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729" name="Google Shape;729;p19"/>
          <p:cNvSpPr txBox="1"/>
          <p:nvPr>
            <p:ph idx="7" type="body"/>
          </p:nvPr>
        </p:nvSpPr>
        <p:spPr>
          <a:xfrm>
            <a:off x="6214525" y="344235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30" name="Google Shape;730;p19"/>
          <p:cNvSpPr txBox="1"/>
          <p:nvPr>
            <p:ph idx="8" type="title"/>
          </p:nvPr>
        </p:nvSpPr>
        <p:spPr>
          <a:xfrm>
            <a:off x="6214750" y="293325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 Agenda 1">
  <p:cSld name="BLANK_1_1_1_1_1_1_1_1_1_3">
    <p:bg>
      <p:bgPr>
        <a:solidFill>
          <a:schemeClr val="lt1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0"/>
          <p:cNvSpPr/>
          <p:nvPr/>
        </p:nvSpPr>
        <p:spPr>
          <a:xfrm>
            <a:off x="995475" y="201175"/>
            <a:ext cx="7341600" cy="4557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3" name="Google Shape;733;p20"/>
          <p:cNvSpPr/>
          <p:nvPr/>
        </p:nvSpPr>
        <p:spPr>
          <a:xfrm>
            <a:off x="1128250" y="276575"/>
            <a:ext cx="7108800" cy="4517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4" name="Google Shape;734;p20"/>
          <p:cNvSpPr/>
          <p:nvPr/>
        </p:nvSpPr>
        <p:spPr>
          <a:xfrm>
            <a:off x="4407875" y="312925"/>
            <a:ext cx="3729600" cy="451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5" name="Google Shape;735;p20"/>
          <p:cNvSpPr/>
          <p:nvPr/>
        </p:nvSpPr>
        <p:spPr>
          <a:xfrm>
            <a:off x="1217200" y="312875"/>
            <a:ext cx="3165000" cy="451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736" name="Google Shape;736;p20"/>
          <p:cNvGrpSpPr/>
          <p:nvPr/>
        </p:nvGrpSpPr>
        <p:grpSpPr>
          <a:xfrm>
            <a:off x="1211779" y="312875"/>
            <a:ext cx="3165000" cy="4517700"/>
            <a:chOff x="1211779" y="312875"/>
            <a:chExt cx="3165000" cy="4517700"/>
          </a:xfrm>
        </p:grpSpPr>
        <p:cxnSp>
          <p:nvCxnSpPr>
            <p:cNvPr id="737" name="Google Shape;737;p20"/>
            <p:cNvCxnSpPr/>
            <p:nvPr/>
          </p:nvCxnSpPr>
          <p:spPr>
            <a:xfrm>
              <a:off x="3624778" y="312875"/>
              <a:ext cx="0" cy="4517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8" name="Google Shape;738;p20"/>
            <p:cNvCxnSpPr/>
            <p:nvPr/>
          </p:nvCxnSpPr>
          <p:spPr>
            <a:xfrm>
              <a:off x="4031178" y="312875"/>
              <a:ext cx="0" cy="4517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39" name="Google Shape;739;p20"/>
            <p:cNvGrpSpPr/>
            <p:nvPr/>
          </p:nvGrpSpPr>
          <p:grpSpPr>
            <a:xfrm>
              <a:off x="1211779" y="312875"/>
              <a:ext cx="3165000" cy="4517700"/>
              <a:chOff x="462650" y="259175"/>
              <a:chExt cx="3165000" cy="4517700"/>
            </a:xfrm>
          </p:grpSpPr>
          <p:cxnSp>
            <p:nvCxnSpPr>
              <p:cNvPr id="740" name="Google Shape;740;p20"/>
              <p:cNvCxnSpPr/>
              <p:nvPr/>
            </p:nvCxnSpPr>
            <p:spPr>
              <a:xfrm>
                <a:off x="8436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1" name="Google Shape;741;p20"/>
              <p:cNvCxnSpPr/>
              <p:nvPr/>
            </p:nvCxnSpPr>
            <p:spPr>
              <a:xfrm>
                <a:off x="12500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2" name="Google Shape;742;p20"/>
              <p:cNvCxnSpPr/>
              <p:nvPr/>
            </p:nvCxnSpPr>
            <p:spPr>
              <a:xfrm>
                <a:off x="16564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3" name="Google Shape;743;p20"/>
              <p:cNvCxnSpPr/>
              <p:nvPr/>
            </p:nvCxnSpPr>
            <p:spPr>
              <a:xfrm>
                <a:off x="20628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4" name="Google Shape;744;p20"/>
              <p:cNvCxnSpPr/>
              <p:nvPr/>
            </p:nvCxnSpPr>
            <p:spPr>
              <a:xfrm>
                <a:off x="24692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5" name="Google Shape;745;p20"/>
              <p:cNvCxnSpPr/>
              <p:nvPr/>
            </p:nvCxnSpPr>
            <p:spPr>
              <a:xfrm>
                <a:off x="462650" y="674900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6" name="Google Shape;746;p20"/>
              <p:cNvCxnSpPr/>
              <p:nvPr/>
            </p:nvCxnSpPr>
            <p:spPr>
              <a:xfrm>
                <a:off x="462650" y="1075858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7" name="Google Shape;747;p20"/>
              <p:cNvCxnSpPr/>
              <p:nvPr/>
            </p:nvCxnSpPr>
            <p:spPr>
              <a:xfrm>
                <a:off x="462650" y="1476817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8" name="Google Shape;748;p20"/>
              <p:cNvCxnSpPr/>
              <p:nvPr/>
            </p:nvCxnSpPr>
            <p:spPr>
              <a:xfrm>
                <a:off x="462650" y="1877775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9" name="Google Shape;749;p20"/>
              <p:cNvCxnSpPr/>
              <p:nvPr/>
            </p:nvCxnSpPr>
            <p:spPr>
              <a:xfrm>
                <a:off x="462650" y="2278733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0" name="Google Shape;750;p20"/>
              <p:cNvCxnSpPr/>
              <p:nvPr/>
            </p:nvCxnSpPr>
            <p:spPr>
              <a:xfrm>
                <a:off x="462650" y="2679692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1" name="Google Shape;751;p20"/>
              <p:cNvCxnSpPr/>
              <p:nvPr/>
            </p:nvCxnSpPr>
            <p:spPr>
              <a:xfrm>
                <a:off x="462650" y="3080650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2" name="Google Shape;752;p20"/>
              <p:cNvCxnSpPr/>
              <p:nvPr/>
            </p:nvCxnSpPr>
            <p:spPr>
              <a:xfrm>
                <a:off x="462650" y="3481608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3" name="Google Shape;753;p20"/>
              <p:cNvCxnSpPr/>
              <p:nvPr/>
            </p:nvCxnSpPr>
            <p:spPr>
              <a:xfrm>
                <a:off x="462650" y="3882567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4" name="Google Shape;754;p20"/>
              <p:cNvCxnSpPr/>
              <p:nvPr/>
            </p:nvCxnSpPr>
            <p:spPr>
              <a:xfrm>
                <a:off x="462650" y="4283525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755" name="Google Shape;755;p20"/>
          <p:cNvGrpSpPr/>
          <p:nvPr/>
        </p:nvGrpSpPr>
        <p:grpSpPr>
          <a:xfrm>
            <a:off x="4222205" y="390105"/>
            <a:ext cx="366115" cy="4334807"/>
            <a:chOff x="3473077" y="259175"/>
            <a:chExt cx="366115" cy="4334807"/>
          </a:xfrm>
        </p:grpSpPr>
        <p:grpSp>
          <p:nvGrpSpPr>
            <p:cNvPr id="756" name="Google Shape;756;p20"/>
            <p:cNvGrpSpPr/>
            <p:nvPr/>
          </p:nvGrpSpPr>
          <p:grpSpPr>
            <a:xfrm rot="10800000">
              <a:off x="3473077" y="259175"/>
              <a:ext cx="184470" cy="4334807"/>
              <a:chOff x="5380497" y="383100"/>
              <a:chExt cx="189628" cy="4456010"/>
            </a:xfrm>
          </p:grpSpPr>
          <p:grpSp>
            <p:nvGrpSpPr>
              <p:cNvPr id="757" name="Google Shape;757;p20"/>
              <p:cNvGrpSpPr/>
              <p:nvPr/>
            </p:nvGrpSpPr>
            <p:grpSpPr>
              <a:xfrm>
                <a:off x="5380497" y="3831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758" name="Google Shape;758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59" name="Google Shape;759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60" name="Google Shape;760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61" name="Google Shape;761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62" name="Google Shape;762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63" name="Google Shape;763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64" name="Google Shape;764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65" name="Google Shape;765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66" name="Google Shape;766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767" name="Google Shape;767;p20"/>
              <p:cNvGrpSpPr/>
              <p:nvPr/>
            </p:nvGrpSpPr>
            <p:grpSpPr>
              <a:xfrm>
                <a:off x="5380497" y="16785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768" name="Google Shape;768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69" name="Google Shape;769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70" name="Google Shape;770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71" name="Google Shape;771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72" name="Google Shape;772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73" name="Google Shape;773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74" name="Google Shape;774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75" name="Google Shape;775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76" name="Google Shape;776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777" name="Google Shape;777;p20"/>
              <p:cNvGrpSpPr/>
              <p:nvPr/>
            </p:nvGrpSpPr>
            <p:grpSpPr>
              <a:xfrm>
                <a:off x="5380497" y="29739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778" name="Google Shape;778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79" name="Google Shape;779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80" name="Google Shape;780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81" name="Google Shape;781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82" name="Google Shape;782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83" name="Google Shape;783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84" name="Google Shape;784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85" name="Google Shape;785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86" name="Google Shape;786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787" name="Google Shape;787;p20"/>
              <p:cNvGrpSpPr/>
              <p:nvPr/>
            </p:nvGrpSpPr>
            <p:grpSpPr>
              <a:xfrm>
                <a:off x="5380497" y="4269300"/>
                <a:ext cx="189628" cy="569810"/>
                <a:chOff x="5380497" y="383100"/>
                <a:chExt cx="189628" cy="569810"/>
              </a:xfrm>
            </p:grpSpPr>
            <p:grpSp>
              <p:nvGrpSpPr>
                <p:cNvPr id="788" name="Google Shape;788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89" name="Google Shape;789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90" name="Google Shape;790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91" name="Google Shape;791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92" name="Google Shape;792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93" name="Google Shape;793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  <p:grpSp>
          <p:nvGrpSpPr>
            <p:cNvPr id="794" name="Google Shape;794;p20"/>
            <p:cNvGrpSpPr/>
            <p:nvPr/>
          </p:nvGrpSpPr>
          <p:grpSpPr>
            <a:xfrm flipH="1" rot="10800000">
              <a:off x="3654721" y="259175"/>
              <a:ext cx="184470" cy="4334807"/>
              <a:chOff x="5380497" y="383100"/>
              <a:chExt cx="189628" cy="4456010"/>
            </a:xfrm>
          </p:grpSpPr>
          <p:grpSp>
            <p:nvGrpSpPr>
              <p:cNvPr id="795" name="Google Shape;795;p20"/>
              <p:cNvGrpSpPr/>
              <p:nvPr/>
            </p:nvGrpSpPr>
            <p:grpSpPr>
              <a:xfrm>
                <a:off x="5380497" y="3831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796" name="Google Shape;796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97" name="Google Shape;797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98" name="Google Shape;798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99" name="Google Shape;799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00" name="Google Shape;800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01" name="Google Shape;801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02" name="Google Shape;802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03" name="Google Shape;803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04" name="Google Shape;804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05" name="Google Shape;805;p20"/>
              <p:cNvGrpSpPr/>
              <p:nvPr/>
            </p:nvGrpSpPr>
            <p:grpSpPr>
              <a:xfrm>
                <a:off x="5380497" y="16785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06" name="Google Shape;806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07" name="Google Shape;807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08" name="Google Shape;808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09" name="Google Shape;809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10" name="Google Shape;810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11" name="Google Shape;811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12" name="Google Shape;812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13" name="Google Shape;813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14" name="Google Shape;814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15" name="Google Shape;815;p20"/>
              <p:cNvGrpSpPr/>
              <p:nvPr/>
            </p:nvGrpSpPr>
            <p:grpSpPr>
              <a:xfrm>
                <a:off x="5380497" y="29739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16" name="Google Shape;816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17" name="Google Shape;817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18" name="Google Shape;818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19" name="Google Shape;819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20" name="Google Shape;820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21" name="Google Shape;821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22" name="Google Shape;822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23" name="Google Shape;823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24" name="Google Shape;824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25" name="Google Shape;825;p20"/>
              <p:cNvGrpSpPr/>
              <p:nvPr/>
            </p:nvGrpSpPr>
            <p:grpSpPr>
              <a:xfrm>
                <a:off x="5380497" y="4269300"/>
                <a:ext cx="189628" cy="569810"/>
                <a:chOff x="5380497" y="383100"/>
                <a:chExt cx="189628" cy="569810"/>
              </a:xfrm>
            </p:grpSpPr>
            <p:grpSp>
              <p:nvGrpSpPr>
                <p:cNvPr id="826" name="Google Shape;826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27" name="Google Shape;827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28" name="Google Shape;828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29" name="Google Shape;829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30" name="Google Shape;830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31" name="Google Shape;831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</p:grpSp>
      <p:sp>
        <p:nvSpPr>
          <p:cNvPr id="832" name="Google Shape;832;p20"/>
          <p:cNvSpPr txBox="1"/>
          <p:nvPr>
            <p:ph idx="1" type="body"/>
          </p:nvPr>
        </p:nvSpPr>
        <p:spPr>
          <a:xfrm rot="-199678">
            <a:off x="1297246" y="1801757"/>
            <a:ext cx="2123982" cy="2187983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20"/>
          <p:cNvSpPr txBox="1"/>
          <p:nvPr>
            <p:ph type="title"/>
          </p:nvPr>
        </p:nvSpPr>
        <p:spPr>
          <a:xfrm rot="-197254">
            <a:off x="1212945" y="1184617"/>
            <a:ext cx="2123895" cy="49582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4" name="Google Shape;834;p20"/>
          <p:cNvSpPr txBox="1"/>
          <p:nvPr>
            <p:ph idx="2" type="title"/>
          </p:nvPr>
        </p:nvSpPr>
        <p:spPr>
          <a:xfrm>
            <a:off x="6254525" y="1962475"/>
            <a:ext cx="16362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b="0" sz="12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835" name="Google Shape;835;p20"/>
          <p:cNvSpPr txBox="1"/>
          <p:nvPr>
            <p:ph idx="3" type="body"/>
          </p:nvPr>
        </p:nvSpPr>
        <p:spPr>
          <a:xfrm>
            <a:off x="6254350" y="2353130"/>
            <a:ext cx="1636200" cy="7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36" name="Google Shape;836;p20"/>
          <p:cNvSpPr txBox="1"/>
          <p:nvPr>
            <p:ph idx="4" type="title"/>
          </p:nvPr>
        </p:nvSpPr>
        <p:spPr>
          <a:xfrm>
            <a:off x="6254525" y="3292150"/>
            <a:ext cx="16362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b="0" sz="12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837" name="Google Shape;837;p20"/>
          <p:cNvSpPr txBox="1"/>
          <p:nvPr>
            <p:ph idx="5" type="body"/>
          </p:nvPr>
        </p:nvSpPr>
        <p:spPr>
          <a:xfrm>
            <a:off x="6254350" y="3682816"/>
            <a:ext cx="1636200" cy="7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38" name="Google Shape;838;p20"/>
          <p:cNvSpPr txBox="1"/>
          <p:nvPr>
            <p:ph idx="6" type="title"/>
          </p:nvPr>
        </p:nvSpPr>
        <p:spPr>
          <a:xfrm>
            <a:off x="4844275" y="2277100"/>
            <a:ext cx="13632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9pPr>
          </a:lstStyle>
          <a:p/>
        </p:txBody>
      </p:sp>
      <p:sp>
        <p:nvSpPr>
          <p:cNvPr id="839" name="Google Shape;839;p20"/>
          <p:cNvSpPr txBox="1"/>
          <p:nvPr>
            <p:ph idx="7" type="subTitle"/>
          </p:nvPr>
        </p:nvSpPr>
        <p:spPr>
          <a:xfrm>
            <a:off x="4844325" y="2702150"/>
            <a:ext cx="13632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40" name="Google Shape;840;p20"/>
          <p:cNvSpPr txBox="1"/>
          <p:nvPr>
            <p:ph idx="8" type="title"/>
          </p:nvPr>
        </p:nvSpPr>
        <p:spPr>
          <a:xfrm>
            <a:off x="4844275" y="3581862"/>
            <a:ext cx="13632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9pPr>
          </a:lstStyle>
          <a:p/>
        </p:txBody>
      </p:sp>
      <p:sp>
        <p:nvSpPr>
          <p:cNvPr id="841" name="Google Shape;841;p20"/>
          <p:cNvSpPr txBox="1"/>
          <p:nvPr>
            <p:ph idx="9" type="subTitle"/>
          </p:nvPr>
        </p:nvSpPr>
        <p:spPr>
          <a:xfrm>
            <a:off x="4844325" y="4006913"/>
            <a:ext cx="13632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42" name="Google Shape;842;p20"/>
          <p:cNvSpPr txBox="1"/>
          <p:nvPr>
            <p:ph idx="13" type="body"/>
          </p:nvPr>
        </p:nvSpPr>
        <p:spPr>
          <a:xfrm>
            <a:off x="4831275" y="508775"/>
            <a:ext cx="3005100" cy="12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ly Goal">
  <p:cSld name="CUSTOM_1_1_3_1_2"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4" name="Google Shape;844;p21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845" name="Google Shape;845;p21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6" name="Google Shape;846;p21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7" name="Google Shape;847;p21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8" name="Google Shape;848;p21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9" name="Google Shape;849;p21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0" name="Google Shape;850;p21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1" name="Google Shape;851;p21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2" name="Google Shape;852;p21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3" name="Google Shape;853;p21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54" name="Google Shape;854;p21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5" name="Google Shape;855;p21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856" name="Google Shape;856;p21"/>
          <p:cNvSpPr txBox="1"/>
          <p:nvPr>
            <p:ph idx="2" type="title"/>
          </p:nvPr>
        </p:nvSpPr>
        <p:spPr>
          <a:xfrm>
            <a:off x="1060026" y="1816375"/>
            <a:ext cx="21819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57" name="Google Shape;857;p21"/>
          <p:cNvSpPr txBox="1"/>
          <p:nvPr>
            <p:ph idx="3" type="body"/>
          </p:nvPr>
        </p:nvSpPr>
        <p:spPr>
          <a:xfrm>
            <a:off x="1059900" y="2124925"/>
            <a:ext cx="2181900" cy="363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858" name="Google Shape;858;p21"/>
          <p:cNvSpPr txBox="1"/>
          <p:nvPr>
            <p:ph idx="4" type="title"/>
          </p:nvPr>
        </p:nvSpPr>
        <p:spPr>
          <a:xfrm rot="132356">
            <a:off x="955546" y="2826529"/>
            <a:ext cx="2182317" cy="23657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59" name="Google Shape;859;p21"/>
          <p:cNvSpPr txBox="1"/>
          <p:nvPr>
            <p:ph idx="5" type="body"/>
          </p:nvPr>
        </p:nvSpPr>
        <p:spPr>
          <a:xfrm rot="132356">
            <a:off x="941064" y="3134798"/>
            <a:ext cx="2182317" cy="363274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860" name="Google Shape;860;p21"/>
          <p:cNvSpPr txBox="1"/>
          <p:nvPr>
            <p:ph idx="6" type="title"/>
          </p:nvPr>
        </p:nvSpPr>
        <p:spPr>
          <a:xfrm>
            <a:off x="980676" y="3873125"/>
            <a:ext cx="21819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61" name="Google Shape;861;p21"/>
          <p:cNvSpPr txBox="1"/>
          <p:nvPr>
            <p:ph idx="7" type="body"/>
          </p:nvPr>
        </p:nvSpPr>
        <p:spPr>
          <a:xfrm>
            <a:off x="980550" y="4181675"/>
            <a:ext cx="2181900" cy="363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862" name="Google Shape;862;p21"/>
          <p:cNvSpPr txBox="1"/>
          <p:nvPr>
            <p:ph idx="8" type="title"/>
          </p:nvPr>
        </p:nvSpPr>
        <p:spPr>
          <a:xfrm rot="126099">
            <a:off x="4508764" y="2120094"/>
            <a:ext cx="1766989" cy="23626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63" name="Google Shape;863;p21"/>
          <p:cNvSpPr txBox="1"/>
          <p:nvPr>
            <p:ph idx="9" type="body"/>
          </p:nvPr>
        </p:nvSpPr>
        <p:spPr>
          <a:xfrm rot="125772">
            <a:off x="4492678" y="2428187"/>
            <a:ext cx="1763380" cy="499236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864" name="Google Shape;864;p21"/>
          <p:cNvSpPr txBox="1"/>
          <p:nvPr>
            <p:ph idx="13" type="title"/>
          </p:nvPr>
        </p:nvSpPr>
        <p:spPr>
          <a:xfrm>
            <a:off x="7140350" y="2580150"/>
            <a:ext cx="1377000" cy="39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65" name="Google Shape;865;p21"/>
          <p:cNvSpPr txBox="1"/>
          <p:nvPr>
            <p:ph idx="14" type="body"/>
          </p:nvPr>
        </p:nvSpPr>
        <p:spPr>
          <a:xfrm>
            <a:off x="7142825" y="3047175"/>
            <a:ext cx="1377000" cy="827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866" name="Google Shape;866;p21"/>
          <p:cNvSpPr txBox="1"/>
          <p:nvPr>
            <p:ph idx="15" type="title"/>
          </p:nvPr>
        </p:nvSpPr>
        <p:spPr>
          <a:xfrm>
            <a:off x="4505150" y="3400100"/>
            <a:ext cx="17250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67" name="Google Shape;867;p21"/>
          <p:cNvSpPr txBox="1"/>
          <p:nvPr>
            <p:ph idx="16" type="body"/>
          </p:nvPr>
        </p:nvSpPr>
        <p:spPr>
          <a:xfrm>
            <a:off x="4505025" y="3708650"/>
            <a:ext cx="1725000" cy="5271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ackground Title">
  <p:cSld name="CUSTOM_1_1_1_1_1_2">
    <p:bg>
      <p:bgPr>
        <a:solidFill>
          <a:schemeClr val="accent3"/>
        </a:solidFill>
      </p:bgPr>
    </p:bg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22"/>
          <p:cNvSpPr/>
          <p:nvPr/>
        </p:nvSpPr>
        <p:spPr>
          <a:xfrm rot="10800000">
            <a:off x="7960900" y="-13950"/>
            <a:ext cx="1192200" cy="11982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0" name="Google Shape;870;p22"/>
          <p:cNvSpPr/>
          <p:nvPr/>
        </p:nvSpPr>
        <p:spPr>
          <a:xfrm>
            <a:off x="7735575" y="-10150"/>
            <a:ext cx="1428750" cy="1320800"/>
          </a:xfrm>
          <a:custGeom>
            <a:rect b="b" l="l" r="r" t="t"/>
            <a:pathLst>
              <a:path extrusionOk="0" h="52832" w="57150">
                <a:moveTo>
                  <a:pt x="4572" y="0"/>
                </a:moveTo>
                <a:lnTo>
                  <a:pt x="0" y="51308"/>
                </a:lnTo>
                <a:lnTo>
                  <a:pt x="57150" y="52832"/>
                </a:lnTo>
                <a:lnTo>
                  <a:pt x="57150" y="47752"/>
                </a:lnTo>
                <a:lnTo>
                  <a:pt x="9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871" name="Google Shape;871;p22"/>
          <p:cNvSpPr txBox="1"/>
          <p:nvPr>
            <p:ph type="title"/>
          </p:nvPr>
        </p:nvSpPr>
        <p:spPr>
          <a:xfrm>
            <a:off x="508875" y="1998400"/>
            <a:ext cx="6149700" cy="18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9pPr>
          </a:lstStyle>
          <a:p/>
        </p:txBody>
      </p:sp>
      <p:sp>
        <p:nvSpPr>
          <p:cNvPr id="872" name="Google Shape;872;p22"/>
          <p:cNvSpPr txBox="1"/>
          <p:nvPr>
            <p:ph idx="1" type="body"/>
          </p:nvPr>
        </p:nvSpPr>
        <p:spPr>
          <a:xfrm>
            <a:off x="508950" y="3845575"/>
            <a:ext cx="4499700" cy="8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873" name="Google Shape;873;p22"/>
          <p:cNvSpPr txBox="1"/>
          <p:nvPr>
            <p:ph idx="2" type="subTitle"/>
          </p:nvPr>
        </p:nvSpPr>
        <p:spPr>
          <a:xfrm rot="-252596">
            <a:off x="5199023" y="3875031"/>
            <a:ext cx="1487514" cy="689167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b="1" sz="10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Notes with dark background">
  <p:cSld name="CUSTOM_1_1_1_4">
    <p:bg>
      <p:bgPr>
        <a:solidFill>
          <a:schemeClr val="lt1"/>
        </a:solidFill>
      </p:bgPr>
    </p:bg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23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6" name="Google Shape;876;p23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7" name="Google Shape;877;p23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8" name="Google Shape;878;p23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879" name="Google Shape;879;p23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0" name="Google Shape;880;p23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1" name="Google Shape;881;p23"/>
          <p:cNvSpPr txBox="1"/>
          <p:nvPr>
            <p:ph type="title"/>
          </p:nvPr>
        </p:nvSpPr>
        <p:spPr>
          <a:xfrm>
            <a:off x="2563250" y="1900525"/>
            <a:ext cx="1767000" cy="11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2" name="Google Shape;882;p23"/>
          <p:cNvSpPr txBox="1"/>
          <p:nvPr>
            <p:ph idx="2" type="title"/>
          </p:nvPr>
        </p:nvSpPr>
        <p:spPr>
          <a:xfrm rot="-261567">
            <a:off x="710939" y="1685986"/>
            <a:ext cx="1847044" cy="1173986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3" name="Google Shape;883;p23"/>
          <p:cNvSpPr txBox="1"/>
          <p:nvPr>
            <p:ph idx="3" type="title"/>
          </p:nvPr>
        </p:nvSpPr>
        <p:spPr>
          <a:xfrm rot="520">
            <a:off x="4330173" y="1683025"/>
            <a:ext cx="1981500" cy="1310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4" name="Google Shape;884;p23"/>
          <p:cNvSpPr txBox="1"/>
          <p:nvPr>
            <p:ph idx="4" type="title"/>
          </p:nvPr>
        </p:nvSpPr>
        <p:spPr>
          <a:xfrm rot="158281">
            <a:off x="6392594" y="1886282"/>
            <a:ext cx="1981500" cy="1310588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5" name="Google Shape;885;p23"/>
          <p:cNvSpPr txBox="1"/>
          <p:nvPr>
            <p:ph idx="5" type="title"/>
          </p:nvPr>
        </p:nvSpPr>
        <p:spPr>
          <a:xfrm rot="-204021">
            <a:off x="3560217" y="3689616"/>
            <a:ext cx="1608432" cy="681005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Subtitle - Alt 1">
  <p:cSld name="CUSTOM_1_1_3_1_3"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7" name="Google Shape;887;p24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888" name="Google Shape;888;p24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89" name="Google Shape;889;p24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0" name="Google Shape;890;p24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1" name="Google Shape;891;p24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2" name="Google Shape;892;p24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3" name="Google Shape;893;p24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4" name="Google Shape;894;p24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5" name="Google Shape;895;p24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6" name="Google Shape;896;p24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897" name="Google Shape;897;p24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98" name="Google Shape;898;p24"/>
          <p:cNvGrpSpPr/>
          <p:nvPr/>
        </p:nvGrpSpPr>
        <p:grpSpPr>
          <a:xfrm>
            <a:off x="114421" y="175123"/>
            <a:ext cx="134104" cy="4750255"/>
            <a:chOff x="114421" y="175123"/>
            <a:chExt cx="134104" cy="4750255"/>
          </a:xfrm>
        </p:grpSpPr>
        <p:grpSp>
          <p:nvGrpSpPr>
            <p:cNvPr id="899" name="Google Shape;899;p24"/>
            <p:cNvGrpSpPr/>
            <p:nvPr/>
          </p:nvGrpSpPr>
          <p:grpSpPr>
            <a:xfrm>
              <a:off x="114421" y="175123"/>
              <a:ext cx="134104" cy="4334807"/>
              <a:chOff x="5432271" y="383100"/>
              <a:chExt cx="137854" cy="4456010"/>
            </a:xfrm>
          </p:grpSpPr>
          <p:grpSp>
            <p:nvGrpSpPr>
              <p:cNvPr id="900" name="Google Shape;900;p24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901" name="Google Shape;901;p2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02" name="Google Shape;902;p2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03" name="Google Shape;903;p24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04" name="Google Shape;904;p24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905" name="Google Shape;905;p2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06" name="Google Shape;906;p2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07" name="Google Shape;907;p24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08" name="Google Shape;908;p24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909" name="Google Shape;909;p2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10" name="Google Shape;910;p2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11" name="Google Shape;911;p24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12" name="Google Shape;912;p24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913" name="Google Shape;913;p2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14" name="Google Shape;914;p2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915" name="Google Shape;915;p24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916" name="Google Shape;916;p24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7" name="Google Shape;917;p24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8" name="Google Shape;918;p24"/>
          <p:cNvSpPr txBox="1"/>
          <p:nvPr>
            <p:ph idx="2" type="subTitle"/>
          </p:nvPr>
        </p:nvSpPr>
        <p:spPr>
          <a:xfrm>
            <a:off x="1541800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19" name="Google Shape;919;p24"/>
          <p:cNvSpPr txBox="1"/>
          <p:nvPr>
            <p:ph idx="3" type="subTitle"/>
          </p:nvPr>
        </p:nvSpPr>
        <p:spPr>
          <a:xfrm>
            <a:off x="3423025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20" name="Google Shape;920;p24"/>
          <p:cNvSpPr txBox="1"/>
          <p:nvPr>
            <p:ph idx="4" type="subTitle"/>
          </p:nvPr>
        </p:nvSpPr>
        <p:spPr>
          <a:xfrm>
            <a:off x="5307725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21" name="Google Shape;921;p24"/>
          <p:cNvSpPr txBox="1"/>
          <p:nvPr>
            <p:ph idx="5" type="subTitle"/>
          </p:nvPr>
        </p:nvSpPr>
        <p:spPr>
          <a:xfrm>
            <a:off x="7170900" y="1729575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22" name="Google Shape;922;p24"/>
          <p:cNvSpPr txBox="1"/>
          <p:nvPr>
            <p:ph idx="6" type="body"/>
          </p:nvPr>
        </p:nvSpPr>
        <p:spPr>
          <a:xfrm>
            <a:off x="13044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23" name="Google Shape;923;p24"/>
          <p:cNvSpPr txBox="1"/>
          <p:nvPr>
            <p:ph idx="7" type="body"/>
          </p:nvPr>
        </p:nvSpPr>
        <p:spPr>
          <a:xfrm>
            <a:off x="31303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24" name="Google Shape;924;p24"/>
          <p:cNvSpPr txBox="1"/>
          <p:nvPr>
            <p:ph idx="8" type="body"/>
          </p:nvPr>
        </p:nvSpPr>
        <p:spPr>
          <a:xfrm>
            <a:off x="49802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25" name="Google Shape;925;p24"/>
          <p:cNvSpPr txBox="1"/>
          <p:nvPr>
            <p:ph idx="9" type="body"/>
          </p:nvPr>
        </p:nvSpPr>
        <p:spPr>
          <a:xfrm>
            <a:off x="6878250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28" name="Google Shape;928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33" name="Google Shape;93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36" name="Google Shape;936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37" name="Google Shape;937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3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42" name="Google Shape;942;p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47" name="Google Shape;947;p3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48" name="Google Shape;948;p3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3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3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53" name="Google Shape;953;p3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3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57" name="Google Shape;957;p3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58" name="Google Shape;958;p3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59" name="Google Shape;959;p3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60" name="Google Shape;960;p3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61" name="Google Shape;961;p3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62" name="Google Shape;962;p3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5" name="Google Shape;965;p3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66" name="Google Shape;966;p3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3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9" name="Google Shape;969;p3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70" name="Google Shape;970;p3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71" name="Google Shape;971;p3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2" name="Google Shape;972;p3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3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75" name="Google Shape;975;p3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76" name="Google Shape;976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7" name="Google Shape;977;p39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8" name="Google Shape;978;p39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9" name="Google Shape;979;p39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0" name="Google Shape;980;p39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83" name="Google Shape;983;p4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4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86" name="Google Shape;986;p4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7" name="Google Shape;987;p4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8" name="Google Shape;988;p4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89" name="Google Shape;98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90" name="Google Shape;990;p4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91" name="Google Shape;991;p4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4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94" name="Google Shape;994;p4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95" name="Google Shape;995;p4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96" name="Google Shape;996;p4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97" name="Google Shape;997;p4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98" name="Google Shape;998;p4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99" name="Google Shape;99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0" name="Google Shape;1000;p4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01" name="Google Shape;1001;p4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02" name="Google Shape;1002;p4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4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4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07" name="Google Shape;1007;p4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08" name="Google Shape;1008;p4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09" name="Google Shape;1009;p4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0" name="Google Shape;1010;p4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1" name="Google Shape;1011;p4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2" name="Google Shape;1012;p4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3" name="Google Shape;1013;p4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4" name="Google Shape;1014;p4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5" name="Google Shape;1015;p4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45"/>
          <p:cNvSpPr txBox="1"/>
          <p:nvPr>
            <p:ph type="title"/>
          </p:nvPr>
        </p:nvSpPr>
        <p:spPr>
          <a:xfrm>
            <a:off x="1081850" y="1719900"/>
            <a:ext cx="6984900" cy="169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STANFORD RNA 3D FOLDING</a:t>
            </a:r>
            <a:endParaRPr/>
          </a:p>
        </p:txBody>
      </p:sp>
      <p:sp>
        <p:nvSpPr>
          <p:cNvPr id="1021" name="Google Shape;1021;p45"/>
          <p:cNvSpPr txBox="1"/>
          <p:nvPr>
            <p:ph idx="1" type="body"/>
          </p:nvPr>
        </p:nvSpPr>
        <p:spPr>
          <a:xfrm>
            <a:off x="1004625" y="4107900"/>
            <a:ext cx="3615000" cy="46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1022" name="Google Shape;1022;p45"/>
          <p:cNvSpPr txBox="1"/>
          <p:nvPr>
            <p:ph idx="4" type="subTitle"/>
          </p:nvPr>
        </p:nvSpPr>
        <p:spPr>
          <a:xfrm rot="-503039">
            <a:off x="2206578" y="1204399"/>
            <a:ext cx="2211838" cy="438184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Team Shuttle Presents</a:t>
            </a:r>
            <a:endParaRPr/>
          </a:p>
        </p:txBody>
      </p:sp>
      <p:pic>
        <p:nvPicPr>
          <p:cNvPr id="1023" name="Google Shape;1023;p45" title="SUNY-Pol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2450" y="4412135"/>
            <a:ext cx="2252100" cy="541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46"/>
          <p:cNvSpPr txBox="1"/>
          <p:nvPr>
            <p:ph idx="1" type="body"/>
          </p:nvPr>
        </p:nvSpPr>
        <p:spPr>
          <a:xfrm>
            <a:off x="925650" y="1204025"/>
            <a:ext cx="7881000" cy="3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23178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AutoNum type="arabicPeriod"/>
            </a:pPr>
            <a:r>
              <a:rPr lang="en" sz="5957">
                <a:solidFill>
                  <a:schemeClr val="accent4"/>
                </a:solidFill>
              </a:rPr>
              <a:t>What is RNA Folding?</a:t>
            </a:r>
            <a:endParaRPr sz="5957">
              <a:solidFill>
                <a:schemeClr val="accent4"/>
              </a:solidFill>
            </a:endParaRPr>
          </a:p>
          <a:p>
            <a:pPr indent="-323178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AutoNum type="arabicPeriod"/>
            </a:pPr>
            <a:r>
              <a:rPr lang="en" sz="5957">
                <a:solidFill>
                  <a:schemeClr val="accent4"/>
                </a:solidFill>
              </a:rPr>
              <a:t>Competition Objective</a:t>
            </a:r>
            <a:endParaRPr sz="5957">
              <a:solidFill>
                <a:schemeClr val="accent4"/>
              </a:solidFill>
            </a:endParaRPr>
          </a:p>
          <a:p>
            <a:pPr indent="-323178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AutoNum type="arabicPeriod"/>
            </a:pPr>
            <a:r>
              <a:rPr lang="en" sz="5957">
                <a:solidFill>
                  <a:schemeClr val="accent4"/>
                </a:solidFill>
              </a:rPr>
              <a:t> Dataset Overview</a:t>
            </a:r>
            <a:endParaRPr sz="5957">
              <a:solidFill>
                <a:schemeClr val="accent4"/>
              </a:solidFill>
            </a:endParaRPr>
          </a:p>
          <a:p>
            <a:pPr indent="-323178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AutoNum type="arabicPeriod"/>
            </a:pPr>
            <a:r>
              <a:rPr lang="en" sz="5957">
                <a:solidFill>
                  <a:schemeClr val="accent4"/>
                </a:solidFill>
              </a:rPr>
              <a:t>Feature Engineering</a:t>
            </a:r>
            <a:endParaRPr sz="5957">
              <a:solidFill>
                <a:schemeClr val="accent4"/>
              </a:solidFill>
            </a:endParaRPr>
          </a:p>
          <a:p>
            <a:pPr indent="-323178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AutoNum type="arabicPeriod"/>
            </a:pPr>
            <a:r>
              <a:rPr lang="en" sz="5957">
                <a:solidFill>
                  <a:schemeClr val="accent4"/>
                </a:solidFill>
              </a:rPr>
              <a:t>Notebook-1: Baseline Models</a:t>
            </a:r>
            <a:endParaRPr sz="5957">
              <a:solidFill>
                <a:schemeClr val="accent4"/>
              </a:solidFill>
            </a:endParaRPr>
          </a:p>
          <a:p>
            <a:pPr indent="-323178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AutoNum type="arabicPeriod"/>
            </a:pPr>
            <a:r>
              <a:rPr lang="en" sz="5957">
                <a:solidFill>
                  <a:schemeClr val="accent4"/>
                </a:solidFill>
              </a:rPr>
              <a:t>Notebook-2: Deep Learning Model</a:t>
            </a:r>
            <a:endParaRPr sz="5957">
              <a:solidFill>
                <a:schemeClr val="accent4"/>
              </a:solidFill>
            </a:endParaRPr>
          </a:p>
          <a:p>
            <a:pPr indent="-323178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AutoNum type="arabicPeriod"/>
            </a:pPr>
            <a:r>
              <a:rPr lang="en" sz="5957">
                <a:solidFill>
                  <a:schemeClr val="accent4"/>
                </a:solidFill>
              </a:rPr>
              <a:t>Kaggle Submission</a:t>
            </a:r>
            <a:endParaRPr sz="5957">
              <a:solidFill>
                <a:schemeClr val="accent4"/>
              </a:solidFill>
            </a:endParaRPr>
          </a:p>
          <a:p>
            <a:pPr indent="-323178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AutoNum type="arabicPeriod"/>
            </a:pPr>
            <a:r>
              <a:rPr lang="en" sz="5957">
                <a:solidFill>
                  <a:schemeClr val="accent4"/>
                </a:solidFill>
              </a:rPr>
              <a:t>Challenges &amp; Fixes</a:t>
            </a:r>
            <a:endParaRPr sz="5957">
              <a:solidFill>
                <a:schemeClr val="accent4"/>
              </a:solidFill>
            </a:endParaRPr>
          </a:p>
          <a:p>
            <a:pPr indent="-323178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AutoNum type="arabicPeriod"/>
            </a:pPr>
            <a:r>
              <a:rPr lang="en" sz="5957">
                <a:solidFill>
                  <a:schemeClr val="accent4"/>
                </a:solidFill>
              </a:rPr>
              <a:t>Future Enhancements</a:t>
            </a:r>
            <a:endParaRPr sz="5957">
              <a:solidFill>
                <a:schemeClr val="accent4"/>
              </a:solidFill>
            </a:endParaRPr>
          </a:p>
          <a:p>
            <a:pPr indent="-323178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AutoNum type="arabicPeriod"/>
            </a:pPr>
            <a:r>
              <a:rPr lang="en" sz="5957">
                <a:solidFill>
                  <a:schemeClr val="accent4"/>
                </a:solidFill>
              </a:rPr>
              <a:t>Key Learnings + Q&amp;A</a:t>
            </a:r>
            <a:endParaRPr sz="5957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27777"/>
              <a:buFont typeface="Arial"/>
              <a:buNone/>
            </a:pPr>
            <a:r>
              <a:t/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1029" name="Google Shape;1029;p46"/>
          <p:cNvSpPr txBox="1"/>
          <p:nvPr>
            <p:ph type="title"/>
          </p:nvPr>
        </p:nvSpPr>
        <p:spPr>
          <a:xfrm rot="-289081">
            <a:off x="587746" y="495097"/>
            <a:ext cx="2100221" cy="5696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/>
              <a:t>CONTENTS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47"/>
          <p:cNvSpPr/>
          <p:nvPr/>
        </p:nvSpPr>
        <p:spPr>
          <a:xfrm>
            <a:off x="0" y="1604625"/>
            <a:ext cx="9180000" cy="1030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35" name="Google Shape;1035;p47"/>
          <p:cNvSpPr txBox="1"/>
          <p:nvPr/>
        </p:nvSpPr>
        <p:spPr>
          <a:xfrm>
            <a:off x="386800" y="1604625"/>
            <a:ext cx="7633800" cy="10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• RNA structure determines biological function</a:t>
            </a:r>
            <a:endParaRPr sz="100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• Lab methods (e.g., crystallography) = very slow &amp; expensive</a:t>
            </a:r>
            <a:endParaRPr sz="100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• AI can accelerate discoveries in medicine &amp; virology</a:t>
            </a:r>
            <a:endParaRPr sz="100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• This competition allows us to help predict spatial 3D shape</a:t>
            </a:r>
            <a:r>
              <a:rPr lang="en" sz="100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.</a:t>
            </a:r>
            <a:endParaRPr sz="100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1036" name="Google Shape;1036;p47"/>
          <p:cNvSpPr txBox="1"/>
          <p:nvPr>
            <p:ph type="title"/>
          </p:nvPr>
        </p:nvSpPr>
        <p:spPr>
          <a:xfrm>
            <a:off x="513300" y="459075"/>
            <a:ext cx="44364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Why RNA Folding Matters</a:t>
            </a:r>
            <a:endParaRPr/>
          </a:p>
        </p:txBody>
      </p:sp>
      <p:pic>
        <p:nvPicPr>
          <p:cNvPr descr="three images of a target samples and log probability are shown (Provided by Tenor)" id="1037" name="Google Shape;103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0900" y="2823125"/>
            <a:ext cx="474345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48"/>
          <p:cNvSpPr/>
          <p:nvPr/>
        </p:nvSpPr>
        <p:spPr>
          <a:xfrm rot="4795490">
            <a:off x="8576527" y="4483441"/>
            <a:ext cx="207500" cy="287945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43" name="Google Shape;1043;p48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Competition Goal</a:t>
            </a:r>
            <a:endParaRPr/>
          </a:p>
        </p:txBody>
      </p:sp>
      <p:sp>
        <p:nvSpPr>
          <p:cNvPr id="1044" name="Google Shape;1044;p48"/>
          <p:cNvSpPr txBox="1"/>
          <p:nvPr>
            <p:ph idx="1" type="body"/>
          </p:nvPr>
        </p:nvSpPr>
        <p:spPr>
          <a:xfrm>
            <a:off x="508875" y="1539275"/>
            <a:ext cx="3488400" cy="1990200"/>
          </a:xfrm>
          <a:prstGeom prst="rect">
            <a:avLst/>
          </a:prstGeom>
          <a:solidFill>
            <a:srgbClr val="FFFFF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 3D coordinates of RNA residues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Using only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sequence information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provided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Submission → A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.csv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xyz positions for each residue in order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Metric → Mean Squared Error (MSE) on private test set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045" name="Google Shape;1045;p48"/>
          <p:cNvSpPr txBox="1"/>
          <p:nvPr/>
        </p:nvSpPr>
        <p:spPr>
          <a:xfrm rot="-130161">
            <a:off x="5801505" y="3629872"/>
            <a:ext cx="2662908" cy="63225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Add a statement.</a:t>
            </a:r>
            <a:endParaRPr b="1" sz="10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This could be a quote from a project lead</a:t>
            </a:r>
            <a:endParaRPr b="1" sz="10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" sz="10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or client feedback.</a:t>
            </a:r>
            <a:endParaRPr b="1" sz="10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49"/>
          <p:cNvSpPr/>
          <p:nvPr/>
        </p:nvSpPr>
        <p:spPr>
          <a:xfrm flipH="1">
            <a:off x="-40375" y="-19125"/>
            <a:ext cx="3731000" cy="1451675"/>
          </a:xfrm>
          <a:custGeom>
            <a:rect b="b" l="l" r="r" t="t"/>
            <a:pathLst>
              <a:path extrusionOk="0" h="58067" w="149240">
                <a:moveTo>
                  <a:pt x="1737" y="0"/>
                </a:moveTo>
                <a:lnTo>
                  <a:pt x="0" y="58067"/>
                </a:lnTo>
                <a:lnTo>
                  <a:pt x="149240" y="57742"/>
                </a:lnTo>
                <a:lnTo>
                  <a:pt x="148307" y="49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grpSp>
        <p:nvGrpSpPr>
          <p:cNvPr id="1051" name="Google Shape;1051;p49"/>
          <p:cNvGrpSpPr/>
          <p:nvPr/>
        </p:nvGrpSpPr>
        <p:grpSpPr>
          <a:xfrm>
            <a:off x="-17175" y="1895400"/>
            <a:ext cx="428625" cy="3150875"/>
            <a:chOff x="950" y="1675450"/>
            <a:chExt cx="428625" cy="3150875"/>
          </a:xfrm>
        </p:grpSpPr>
        <p:sp>
          <p:nvSpPr>
            <p:cNvPr id="1052" name="Google Shape;1052;p49"/>
            <p:cNvSpPr/>
            <p:nvPr/>
          </p:nvSpPr>
          <p:spPr>
            <a:xfrm>
              <a:off x="950" y="1675450"/>
              <a:ext cx="428625" cy="3150875"/>
            </a:xfrm>
            <a:custGeom>
              <a:rect b="b" l="l" r="r" t="t"/>
              <a:pathLst>
                <a:path extrusionOk="0" h="126035" w="17145">
                  <a:moveTo>
                    <a:pt x="0" y="381"/>
                  </a:moveTo>
                  <a:lnTo>
                    <a:pt x="3810" y="0"/>
                  </a:lnTo>
                  <a:lnTo>
                    <a:pt x="17145" y="124320"/>
                  </a:lnTo>
                  <a:lnTo>
                    <a:pt x="191" y="12603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  <p:cxnSp>
          <p:nvCxnSpPr>
            <p:cNvPr id="1053" name="Google Shape;1053;p49"/>
            <p:cNvCxnSpPr/>
            <p:nvPr/>
          </p:nvCxnSpPr>
          <p:spPr>
            <a:xfrm>
              <a:off x="5725" y="2247900"/>
              <a:ext cx="257100" cy="2416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4" name="Google Shape;1054;p49"/>
            <p:cNvCxnSpPr/>
            <p:nvPr/>
          </p:nvCxnSpPr>
          <p:spPr>
            <a:xfrm flipH="1">
              <a:off x="15400" y="4664400"/>
              <a:ext cx="247500" cy="23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55" name="Google Shape;1055;p49"/>
          <p:cNvSpPr txBox="1"/>
          <p:nvPr>
            <p:ph idx="1" type="body"/>
          </p:nvPr>
        </p:nvSpPr>
        <p:spPr>
          <a:xfrm rot="-188853">
            <a:off x="683183" y="2219155"/>
            <a:ext cx="1890452" cy="148634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200"/>
              <a:buNone/>
            </a:pPr>
            <a:r>
              <a:rPr lang="en">
                <a:solidFill>
                  <a:schemeClr val="lt1"/>
                </a:solidFill>
              </a:rPr>
              <a:t>Present an important highlight from last quarter. Did you meet your targets? Were there any major achievements? Keep it short – you can expand in the following slides.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56" name="Google Shape;1056;p49"/>
          <p:cNvSpPr txBox="1"/>
          <p:nvPr>
            <p:ph idx="2" type="body"/>
          </p:nvPr>
        </p:nvSpPr>
        <p:spPr>
          <a:xfrm rot="124964">
            <a:off x="5014631" y="765881"/>
            <a:ext cx="1890349" cy="148628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en">
                <a:solidFill>
                  <a:schemeClr val="lt1"/>
                </a:solidFill>
              </a:rPr>
              <a:t>Describe another important highlight from last quarter.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SzPts val="12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57" name="Google Shape;1057;p49"/>
          <p:cNvSpPr txBox="1"/>
          <p:nvPr>
            <p:ph type="title"/>
          </p:nvPr>
        </p:nvSpPr>
        <p:spPr>
          <a:xfrm>
            <a:off x="513300" y="375350"/>
            <a:ext cx="2796300" cy="65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000">
                <a:solidFill>
                  <a:schemeClr val="lt1"/>
                </a:solidFill>
              </a:rPr>
              <a:t> Dataset Breakdown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1058" name="Google Shape;1058;p49"/>
          <p:cNvSpPr txBox="1"/>
          <p:nvPr>
            <p:ph idx="5" type="subTitle"/>
          </p:nvPr>
        </p:nvSpPr>
        <p:spPr>
          <a:xfrm rot="-192121">
            <a:off x="621923" y="1478663"/>
            <a:ext cx="1890552" cy="646303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lt1"/>
                </a:solidFill>
              </a:rPr>
              <a:t>HIGHLIGHT 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59" name="Google Shape;1059;p49"/>
          <p:cNvSpPr txBox="1"/>
          <p:nvPr>
            <p:ph idx="6" type="subTitle"/>
          </p:nvPr>
        </p:nvSpPr>
        <p:spPr>
          <a:xfrm rot="126162">
            <a:off x="5024491" y="108292"/>
            <a:ext cx="1970527" cy="54966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lt1"/>
                </a:solidFill>
              </a:rPr>
              <a:t>HIGHLIGHT 3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060" name="Google Shape;1060;p49"/>
          <p:cNvGrpSpPr/>
          <p:nvPr/>
        </p:nvGrpSpPr>
        <p:grpSpPr>
          <a:xfrm flipH="1">
            <a:off x="-17775" y="-29750"/>
            <a:ext cx="3543300" cy="1290800"/>
            <a:chOff x="5602700" y="-29750"/>
            <a:chExt cx="3543300" cy="1290800"/>
          </a:xfrm>
        </p:grpSpPr>
        <p:cxnSp>
          <p:nvCxnSpPr>
            <p:cNvPr id="1061" name="Google Shape;1061;p49"/>
            <p:cNvCxnSpPr/>
            <p:nvPr/>
          </p:nvCxnSpPr>
          <p:spPr>
            <a:xfrm flipH="1">
              <a:off x="5608625" y="-29750"/>
              <a:ext cx="31800" cy="12858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2" name="Google Shape;1062;p49"/>
            <p:cNvCxnSpPr/>
            <p:nvPr/>
          </p:nvCxnSpPr>
          <p:spPr>
            <a:xfrm>
              <a:off x="5602700" y="1254750"/>
              <a:ext cx="3543300" cy="6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63" name="Google Shape;1063;p49"/>
          <p:cNvSpPr txBox="1"/>
          <p:nvPr/>
        </p:nvSpPr>
        <p:spPr>
          <a:xfrm>
            <a:off x="1517825" y="1893475"/>
            <a:ext cx="6301500" cy="239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aphicFrame>
        <p:nvGraphicFramePr>
          <p:cNvPr id="1064" name="Google Shape;1064;p49"/>
          <p:cNvGraphicFramePr/>
          <p:nvPr/>
        </p:nvGraphicFramePr>
        <p:xfrm>
          <a:off x="1735775" y="209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{53DD10F7-D8C1-4FF2-ABA0-9CAF284C4184}</a:tableStyleId>
              </a:tblPr>
              <a:tblGrid>
                <a:gridCol w="1955200"/>
                <a:gridCol w="1955200"/>
                <a:gridCol w="1955200"/>
              </a:tblGrid>
              <a:tr h="40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Dataset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1880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880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880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880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Size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1880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880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880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880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Labels Available?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1880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880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880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880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39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Train sequences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1880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844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1880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1880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9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Train labels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137095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Validation sequences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Test residues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2515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50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50"/>
          <p:cNvSpPr txBox="1"/>
          <p:nvPr>
            <p:ph idx="1" type="body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50"/>
          <p:cNvSpPr txBox="1"/>
          <p:nvPr>
            <p:ph idx="3" type="title"/>
          </p:nvPr>
        </p:nvSpPr>
        <p:spPr>
          <a:xfrm rot="-130161">
            <a:off x="5801505" y="3629872"/>
            <a:ext cx="2662908" cy="6322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2" name="Google Shape;1072;p50" title="Screenshot 2025-12-10 1430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900" y="2874325"/>
            <a:ext cx="6887352" cy="203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50" title="Screenshot 2025-12-10 14294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7900" y="311623"/>
            <a:ext cx="6887351" cy="234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51"/>
          <p:cNvSpPr/>
          <p:nvPr/>
        </p:nvSpPr>
        <p:spPr>
          <a:xfrm flipH="1" rot="10800000">
            <a:off x="4524950" y="1177925"/>
            <a:ext cx="4277100" cy="3570600"/>
          </a:xfrm>
          <a:prstGeom prst="snip1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79" name="Google Shape;1079;p51"/>
          <p:cNvSpPr/>
          <p:nvPr/>
        </p:nvSpPr>
        <p:spPr>
          <a:xfrm rot="4795490">
            <a:off x="8576527" y="4483441"/>
            <a:ext cx="207500" cy="287945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80" name="Google Shape;1080;p51"/>
          <p:cNvSpPr txBox="1"/>
          <p:nvPr/>
        </p:nvSpPr>
        <p:spPr>
          <a:xfrm>
            <a:off x="5712000" y="3467675"/>
            <a:ext cx="5262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" sz="72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“</a:t>
            </a:r>
            <a:endParaRPr i="1" sz="7200">
              <a:solidFill>
                <a:schemeClr val="lt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081" name="Google Shape;1081;p51"/>
          <p:cNvSpPr txBox="1"/>
          <p:nvPr>
            <p:ph type="title"/>
          </p:nvPr>
        </p:nvSpPr>
        <p:spPr>
          <a:xfrm>
            <a:off x="508875" y="874875"/>
            <a:ext cx="77772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Feature Engineering</a:t>
            </a:r>
            <a:endParaRPr/>
          </a:p>
        </p:txBody>
      </p:sp>
      <p:sp>
        <p:nvSpPr>
          <p:cNvPr id="1082" name="Google Shape;1082;p51"/>
          <p:cNvSpPr txBox="1"/>
          <p:nvPr>
            <p:ph idx="3" type="title"/>
          </p:nvPr>
        </p:nvSpPr>
        <p:spPr>
          <a:xfrm rot="-130161">
            <a:off x="5801505" y="3629872"/>
            <a:ext cx="2662908" cy="6322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We engineered biological features like GC% and sequence length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1083" name="Google Shape;1083;p51"/>
          <p:cNvSpPr txBox="1"/>
          <p:nvPr/>
        </p:nvSpPr>
        <p:spPr>
          <a:xfrm>
            <a:off x="638150" y="1590700"/>
            <a:ext cx="3832800" cy="27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We engineered useful numeric features from sequence:</a:t>
            </a:r>
            <a:br>
              <a:rPr lang="en" sz="1600"/>
            </a:br>
            <a:r>
              <a:rPr lang="en" sz="1600"/>
              <a:t> • </a:t>
            </a:r>
            <a:r>
              <a:rPr b="1" lang="en" sz="1600"/>
              <a:t>GC-percentage</a:t>
            </a:r>
            <a:r>
              <a:rPr lang="en" sz="1600"/>
              <a:t> per sequence</a:t>
            </a:r>
            <a:br>
              <a:rPr lang="en" sz="1600"/>
            </a:br>
            <a:r>
              <a:rPr lang="en" sz="1600"/>
              <a:t> • </a:t>
            </a:r>
            <a:r>
              <a:rPr b="1" lang="en" sz="1600"/>
              <a:t>Sequence length</a:t>
            </a:r>
            <a:r>
              <a:rPr lang="en" sz="1600"/>
              <a:t> per sequence</a:t>
            </a:r>
            <a:br>
              <a:rPr lang="en" sz="1600"/>
            </a:br>
            <a:r>
              <a:rPr lang="en" sz="1600"/>
              <a:t> • Encoded residues based on ID groups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These features help machine learning models understand </a:t>
            </a:r>
            <a:r>
              <a:rPr b="1" lang="en" sz="1600"/>
              <a:t>biochemical trends</a:t>
            </a:r>
            <a:r>
              <a:rPr lang="en" sz="1600"/>
              <a:t>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084" name="Google Shape;1084;p51" title="Screenshot 2025-12-10 1428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4950" y="1174936"/>
            <a:ext cx="4277099" cy="2118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9" name="Google Shape;1089;p52"/>
          <p:cNvGrpSpPr/>
          <p:nvPr/>
        </p:nvGrpSpPr>
        <p:grpSpPr>
          <a:xfrm>
            <a:off x="5985184" y="907425"/>
            <a:ext cx="2635800" cy="2456400"/>
            <a:chOff x="5985184" y="907425"/>
            <a:chExt cx="2635800" cy="2456400"/>
          </a:xfrm>
        </p:grpSpPr>
        <p:sp>
          <p:nvSpPr>
            <p:cNvPr id="1090" name="Google Shape;1090;p52"/>
            <p:cNvSpPr/>
            <p:nvPr/>
          </p:nvSpPr>
          <p:spPr>
            <a:xfrm>
              <a:off x="5985184" y="907425"/>
              <a:ext cx="2635800" cy="2456400"/>
            </a:xfrm>
            <a:prstGeom prst="roundRect">
              <a:avLst>
                <a:gd fmla="val 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t" bIns="91425" lIns="182875" spcFirstLastPara="1" rIns="274300" wrap="square" tIns="36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grpSp>
          <p:nvGrpSpPr>
            <p:cNvPr id="1091" name="Google Shape;1091;p52"/>
            <p:cNvGrpSpPr/>
            <p:nvPr/>
          </p:nvGrpSpPr>
          <p:grpSpPr>
            <a:xfrm>
              <a:off x="6118884" y="907468"/>
              <a:ext cx="2368269" cy="147454"/>
              <a:chOff x="482474" y="1289911"/>
              <a:chExt cx="2471839" cy="153902"/>
            </a:xfrm>
          </p:grpSpPr>
          <p:grpSp>
            <p:nvGrpSpPr>
              <p:cNvPr id="1092" name="Google Shape;1092;p52"/>
              <p:cNvGrpSpPr/>
              <p:nvPr/>
            </p:nvGrpSpPr>
            <p:grpSpPr>
              <a:xfrm rot="5400000">
                <a:off x="1162518" y="609866"/>
                <a:ext cx="153902" cy="1513991"/>
                <a:chOff x="5380497" y="383100"/>
                <a:chExt cx="189628" cy="1865210"/>
              </a:xfrm>
            </p:grpSpPr>
            <p:grpSp>
              <p:nvGrpSpPr>
                <p:cNvPr id="1093" name="Google Shape;1093;p52"/>
                <p:cNvGrpSpPr/>
                <p:nvPr/>
              </p:nvGrpSpPr>
              <p:grpSpPr>
                <a:xfrm>
                  <a:off x="5380497" y="383100"/>
                  <a:ext cx="189628" cy="981668"/>
                  <a:chOff x="5380497" y="383100"/>
                  <a:chExt cx="189628" cy="981668"/>
                </a:xfrm>
              </p:grpSpPr>
              <p:grpSp>
                <p:nvGrpSpPr>
                  <p:cNvPr id="1094" name="Google Shape;1094;p52"/>
                  <p:cNvGrpSpPr/>
                  <p:nvPr/>
                </p:nvGrpSpPr>
                <p:grpSpPr>
                  <a:xfrm>
                    <a:off x="5380497" y="383100"/>
                    <a:ext cx="187974" cy="130800"/>
                    <a:chOff x="4804925" y="764100"/>
                    <a:chExt cx="187974" cy="130800"/>
                  </a:xfrm>
                </p:grpSpPr>
                <p:sp>
                  <p:nvSpPr>
                    <p:cNvPr id="1095" name="Google Shape;1095;p52"/>
                    <p:cNvSpPr/>
                    <p:nvPr/>
                  </p:nvSpPr>
                  <p:spPr>
                    <a:xfrm>
                      <a:off x="4856699" y="764100"/>
                      <a:ext cx="136200" cy="130800"/>
                    </a:xfrm>
                    <a:prstGeom prst="ellipse">
                      <a:avLst/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1096" name="Google Shape;1096;p52"/>
                    <p:cNvSpPr/>
                    <p:nvPr/>
                  </p:nvSpPr>
                  <p:spPr>
                    <a:xfrm>
                      <a:off x="4804925" y="811200"/>
                      <a:ext cx="61800" cy="36600"/>
                    </a:xfrm>
                    <a:prstGeom prst="rect">
                      <a:avLst/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</p:grpSp>
              <p:grpSp>
                <p:nvGrpSpPr>
                  <p:cNvPr id="1097" name="Google Shape;1097;p52"/>
                  <p:cNvGrpSpPr/>
                  <p:nvPr/>
                </p:nvGrpSpPr>
                <p:grpSpPr>
                  <a:xfrm>
                    <a:off x="5382151" y="822110"/>
                    <a:ext cx="187974" cy="130800"/>
                    <a:chOff x="4804925" y="764100"/>
                    <a:chExt cx="187974" cy="130800"/>
                  </a:xfrm>
                </p:grpSpPr>
                <p:sp>
                  <p:nvSpPr>
                    <p:cNvPr id="1098" name="Google Shape;1098;p52"/>
                    <p:cNvSpPr/>
                    <p:nvPr/>
                  </p:nvSpPr>
                  <p:spPr>
                    <a:xfrm>
                      <a:off x="4856699" y="764100"/>
                      <a:ext cx="136200" cy="130800"/>
                    </a:xfrm>
                    <a:prstGeom prst="ellipse">
                      <a:avLst/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1099" name="Google Shape;1099;p52"/>
                    <p:cNvSpPr/>
                    <p:nvPr/>
                  </p:nvSpPr>
                  <p:spPr>
                    <a:xfrm>
                      <a:off x="4804925" y="811200"/>
                      <a:ext cx="61800" cy="36600"/>
                    </a:xfrm>
                    <a:prstGeom prst="rect">
                      <a:avLst/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</p:grpSp>
              <p:grpSp>
                <p:nvGrpSpPr>
                  <p:cNvPr id="1100" name="Google Shape;1100;p52"/>
                  <p:cNvGrpSpPr/>
                  <p:nvPr/>
                </p:nvGrpSpPr>
                <p:grpSpPr>
                  <a:xfrm>
                    <a:off x="5382151" y="1233968"/>
                    <a:ext cx="187974" cy="130800"/>
                    <a:chOff x="4804925" y="764100"/>
                    <a:chExt cx="187974" cy="130800"/>
                  </a:xfrm>
                </p:grpSpPr>
                <p:sp>
                  <p:nvSpPr>
                    <p:cNvPr id="1101" name="Google Shape;1101;p52"/>
                    <p:cNvSpPr/>
                    <p:nvPr/>
                  </p:nvSpPr>
                  <p:spPr>
                    <a:xfrm>
                      <a:off x="4856699" y="764100"/>
                      <a:ext cx="136200" cy="130800"/>
                    </a:xfrm>
                    <a:prstGeom prst="ellipse">
                      <a:avLst/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1102" name="Google Shape;1102;p52"/>
                    <p:cNvSpPr/>
                    <p:nvPr/>
                  </p:nvSpPr>
                  <p:spPr>
                    <a:xfrm>
                      <a:off x="4804925" y="811200"/>
                      <a:ext cx="61800" cy="36600"/>
                    </a:xfrm>
                    <a:prstGeom prst="rect">
                      <a:avLst/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</p:grpSp>
            </p:grpSp>
            <p:grpSp>
              <p:nvGrpSpPr>
                <p:cNvPr id="1103" name="Google Shape;1103;p52"/>
                <p:cNvGrpSpPr/>
                <p:nvPr/>
              </p:nvGrpSpPr>
              <p:grpSpPr>
                <a:xfrm>
                  <a:off x="5380497" y="1678500"/>
                  <a:ext cx="189628" cy="569810"/>
                  <a:chOff x="5380497" y="383100"/>
                  <a:chExt cx="189628" cy="569810"/>
                </a:xfrm>
              </p:grpSpPr>
              <p:grpSp>
                <p:nvGrpSpPr>
                  <p:cNvPr id="1104" name="Google Shape;1104;p52"/>
                  <p:cNvGrpSpPr/>
                  <p:nvPr/>
                </p:nvGrpSpPr>
                <p:grpSpPr>
                  <a:xfrm>
                    <a:off x="5380497" y="383100"/>
                    <a:ext cx="187974" cy="130800"/>
                    <a:chOff x="4804925" y="764100"/>
                    <a:chExt cx="187974" cy="130800"/>
                  </a:xfrm>
                </p:grpSpPr>
                <p:sp>
                  <p:nvSpPr>
                    <p:cNvPr id="1105" name="Google Shape;1105;p52"/>
                    <p:cNvSpPr/>
                    <p:nvPr/>
                  </p:nvSpPr>
                  <p:spPr>
                    <a:xfrm>
                      <a:off x="4856699" y="764100"/>
                      <a:ext cx="136200" cy="130800"/>
                    </a:xfrm>
                    <a:prstGeom prst="ellipse">
                      <a:avLst/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1106" name="Google Shape;1106;p52"/>
                    <p:cNvSpPr/>
                    <p:nvPr/>
                  </p:nvSpPr>
                  <p:spPr>
                    <a:xfrm>
                      <a:off x="4804925" y="811200"/>
                      <a:ext cx="61800" cy="36600"/>
                    </a:xfrm>
                    <a:prstGeom prst="rect">
                      <a:avLst/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</p:grpSp>
              <p:grpSp>
                <p:nvGrpSpPr>
                  <p:cNvPr id="1107" name="Google Shape;1107;p52"/>
                  <p:cNvGrpSpPr/>
                  <p:nvPr/>
                </p:nvGrpSpPr>
                <p:grpSpPr>
                  <a:xfrm>
                    <a:off x="5382151" y="822110"/>
                    <a:ext cx="187974" cy="130800"/>
                    <a:chOff x="4804925" y="764100"/>
                    <a:chExt cx="187974" cy="130800"/>
                  </a:xfrm>
                </p:grpSpPr>
                <p:sp>
                  <p:nvSpPr>
                    <p:cNvPr id="1108" name="Google Shape;1108;p52"/>
                    <p:cNvSpPr/>
                    <p:nvPr/>
                  </p:nvSpPr>
                  <p:spPr>
                    <a:xfrm>
                      <a:off x="4856699" y="764100"/>
                      <a:ext cx="136200" cy="130800"/>
                    </a:xfrm>
                    <a:prstGeom prst="ellipse">
                      <a:avLst/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1109" name="Google Shape;1109;p52"/>
                    <p:cNvSpPr/>
                    <p:nvPr/>
                  </p:nvSpPr>
                  <p:spPr>
                    <a:xfrm>
                      <a:off x="4804925" y="811200"/>
                      <a:ext cx="61800" cy="36600"/>
                    </a:xfrm>
                    <a:prstGeom prst="rect">
                      <a:avLst/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</p:grpSp>
            </p:grpSp>
          </p:grpSp>
          <p:grpSp>
            <p:nvGrpSpPr>
              <p:cNvPr id="1110" name="Google Shape;1110;p52"/>
              <p:cNvGrpSpPr/>
              <p:nvPr/>
            </p:nvGrpSpPr>
            <p:grpSpPr>
              <a:xfrm rot="5400000">
                <a:off x="2186381" y="1313758"/>
                <a:ext cx="152560" cy="106170"/>
                <a:chOff x="4804925" y="764100"/>
                <a:chExt cx="187974" cy="130800"/>
              </a:xfrm>
            </p:grpSpPr>
            <p:sp>
              <p:nvSpPr>
                <p:cNvPr id="1111" name="Google Shape;1111;p52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12" name="Google Shape;1112;p52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113" name="Google Shape;1113;p52"/>
              <p:cNvGrpSpPr/>
              <p:nvPr/>
            </p:nvGrpSpPr>
            <p:grpSpPr>
              <a:xfrm rot="5400000">
                <a:off x="2505664" y="1313758"/>
                <a:ext cx="152560" cy="106170"/>
                <a:chOff x="4804925" y="764100"/>
                <a:chExt cx="187974" cy="130800"/>
              </a:xfrm>
            </p:grpSpPr>
            <p:sp>
              <p:nvSpPr>
                <p:cNvPr id="1114" name="Google Shape;1114;p52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15" name="Google Shape;1115;p52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116" name="Google Shape;1116;p52"/>
              <p:cNvGrpSpPr/>
              <p:nvPr/>
            </p:nvGrpSpPr>
            <p:grpSpPr>
              <a:xfrm rot="5400000">
                <a:off x="2824948" y="1313758"/>
                <a:ext cx="152560" cy="106170"/>
                <a:chOff x="4804925" y="764100"/>
                <a:chExt cx="187974" cy="130800"/>
              </a:xfrm>
            </p:grpSpPr>
            <p:sp>
              <p:nvSpPr>
                <p:cNvPr id="1117" name="Google Shape;1117;p52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18" name="Google Shape;1118;p52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grpSp>
        <p:nvGrpSpPr>
          <p:cNvPr id="1119" name="Google Shape;1119;p52"/>
          <p:cNvGrpSpPr/>
          <p:nvPr/>
        </p:nvGrpSpPr>
        <p:grpSpPr>
          <a:xfrm>
            <a:off x="3204329" y="863338"/>
            <a:ext cx="2724600" cy="2551800"/>
            <a:chOff x="3204329" y="863338"/>
            <a:chExt cx="2724600" cy="2551800"/>
          </a:xfrm>
        </p:grpSpPr>
        <p:sp>
          <p:nvSpPr>
            <p:cNvPr id="1120" name="Google Shape;1120;p52"/>
            <p:cNvSpPr/>
            <p:nvPr/>
          </p:nvSpPr>
          <p:spPr>
            <a:xfrm rot="126802">
              <a:off x="3248733" y="911103"/>
              <a:ext cx="2635793" cy="2456271"/>
            </a:xfrm>
            <a:prstGeom prst="roundRect">
              <a:avLst>
                <a:gd fmla="val 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t" bIns="91425" lIns="182875" spcFirstLastPara="1" rIns="274300" wrap="square" tIns="36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grpSp>
          <p:nvGrpSpPr>
            <p:cNvPr id="1121" name="Google Shape;1121;p52"/>
            <p:cNvGrpSpPr/>
            <p:nvPr/>
          </p:nvGrpSpPr>
          <p:grpSpPr>
            <a:xfrm rot="127053">
              <a:off x="3424955" y="911977"/>
              <a:ext cx="2368156" cy="147447"/>
              <a:chOff x="482474" y="1289911"/>
              <a:chExt cx="2471839" cy="153902"/>
            </a:xfrm>
          </p:grpSpPr>
          <p:grpSp>
            <p:nvGrpSpPr>
              <p:cNvPr id="1122" name="Google Shape;1122;p52"/>
              <p:cNvGrpSpPr/>
              <p:nvPr/>
            </p:nvGrpSpPr>
            <p:grpSpPr>
              <a:xfrm rot="5400000">
                <a:off x="1162518" y="609866"/>
                <a:ext cx="153902" cy="1513991"/>
                <a:chOff x="5380497" y="383100"/>
                <a:chExt cx="189628" cy="1865210"/>
              </a:xfrm>
            </p:grpSpPr>
            <p:grpSp>
              <p:nvGrpSpPr>
                <p:cNvPr id="1123" name="Google Shape;1123;p52"/>
                <p:cNvGrpSpPr/>
                <p:nvPr/>
              </p:nvGrpSpPr>
              <p:grpSpPr>
                <a:xfrm>
                  <a:off x="5380497" y="383100"/>
                  <a:ext cx="189628" cy="981668"/>
                  <a:chOff x="5380497" y="383100"/>
                  <a:chExt cx="189628" cy="981668"/>
                </a:xfrm>
              </p:grpSpPr>
              <p:grpSp>
                <p:nvGrpSpPr>
                  <p:cNvPr id="1124" name="Google Shape;1124;p52"/>
                  <p:cNvGrpSpPr/>
                  <p:nvPr/>
                </p:nvGrpSpPr>
                <p:grpSpPr>
                  <a:xfrm>
                    <a:off x="5380497" y="383100"/>
                    <a:ext cx="187974" cy="130800"/>
                    <a:chOff x="4804925" y="764100"/>
                    <a:chExt cx="187974" cy="130800"/>
                  </a:xfrm>
                </p:grpSpPr>
                <p:sp>
                  <p:nvSpPr>
                    <p:cNvPr id="1125" name="Google Shape;1125;p52"/>
                    <p:cNvSpPr/>
                    <p:nvPr/>
                  </p:nvSpPr>
                  <p:spPr>
                    <a:xfrm>
                      <a:off x="4856699" y="764100"/>
                      <a:ext cx="136200" cy="130800"/>
                    </a:xfrm>
                    <a:prstGeom prst="ellipse">
                      <a:avLst/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1126" name="Google Shape;1126;p52"/>
                    <p:cNvSpPr/>
                    <p:nvPr/>
                  </p:nvSpPr>
                  <p:spPr>
                    <a:xfrm>
                      <a:off x="4804925" y="811200"/>
                      <a:ext cx="61800" cy="36600"/>
                    </a:xfrm>
                    <a:prstGeom prst="rect">
                      <a:avLst/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</p:grpSp>
              <p:grpSp>
                <p:nvGrpSpPr>
                  <p:cNvPr id="1127" name="Google Shape;1127;p52"/>
                  <p:cNvGrpSpPr/>
                  <p:nvPr/>
                </p:nvGrpSpPr>
                <p:grpSpPr>
                  <a:xfrm>
                    <a:off x="5382151" y="822110"/>
                    <a:ext cx="187974" cy="130800"/>
                    <a:chOff x="4804925" y="764100"/>
                    <a:chExt cx="187974" cy="130800"/>
                  </a:xfrm>
                </p:grpSpPr>
                <p:sp>
                  <p:nvSpPr>
                    <p:cNvPr id="1128" name="Google Shape;1128;p52"/>
                    <p:cNvSpPr/>
                    <p:nvPr/>
                  </p:nvSpPr>
                  <p:spPr>
                    <a:xfrm>
                      <a:off x="4856699" y="764100"/>
                      <a:ext cx="136200" cy="130800"/>
                    </a:xfrm>
                    <a:prstGeom prst="ellipse">
                      <a:avLst/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1129" name="Google Shape;1129;p52"/>
                    <p:cNvSpPr/>
                    <p:nvPr/>
                  </p:nvSpPr>
                  <p:spPr>
                    <a:xfrm>
                      <a:off x="4804925" y="811200"/>
                      <a:ext cx="61800" cy="36600"/>
                    </a:xfrm>
                    <a:prstGeom prst="rect">
                      <a:avLst/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</p:grpSp>
              <p:grpSp>
                <p:nvGrpSpPr>
                  <p:cNvPr id="1130" name="Google Shape;1130;p52"/>
                  <p:cNvGrpSpPr/>
                  <p:nvPr/>
                </p:nvGrpSpPr>
                <p:grpSpPr>
                  <a:xfrm>
                    <a:off x="5382151" y="1233968"/>
                    <a:ext cx="187974" cy="130800"/>
                    <a:chOff x="4804925" y="764100"/>
                    <a:chExt cx="187974" cy="130800"/>
                  </a:xfrm>
                </p:grpSpPr>
                <p:sp>
                  <p:nvSpPr>
                    <p:cNvPr id="1131" name="Google Shape;1131;p52"/>
                    <p:cNvSpPr/>
                    <p:nvPr/>
                  </p:nvSpPr>
                  <p:spPr>
                    <a:xfrm>
                      <a:off x="4856699" y="764100"/>
                      <a:ext cx="136200" cy="130800"/>
                    </a:xfrm>
                    <a:prstGeom prst="ellipse">
                      <a:avLst/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1132" name="Google Shape;1132;p52"/>
                    <p:cNvSpPr/>
                    <p:nvPr/>
                  </p:nvSpPr>
                  <p:spPr>
                    <a:xfrm>
                      <a:off x="4804925" y="811200"/>
                      <a:ext cx="61800" cy="36600"/>
                    </a:xfrm>
                    <a:prstGeom prst="rect">
                      <a:avLst/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</p:grpSp>
            </p:grpSp>
            <p:grpSp>
              <p:nvGrpSpPr>
                <p:cNvPr id="1133" name="Google Shape;1133;p52"/>
                <p:cNvGrpSpPr/>
                <p:nvPr/>
              </p:nvGrpSpPr>
              <p:grpSpPr>
                <a:xfrm>
                  <a:off x="5380497" y="1678500"/>
                  <a:ext cx="189628" cy="569810"/>
                  <a:chOff x="5380497" y="383100"/>
                  <a:chExt cx="189628" cy="569810"/>
                </a:xfrm>
              </p:grpSpPr>
              <p:grpSp>
                <p:nvGrpSpPr>
                  <p:cNvPr id="1134" name="Google Shape;1134;p52"/>
                  <p:cNvGrpSpPr/>
                  <p:nvPr/>
                </p:nvGrpSpPr>
                <p:grpSpPr>
                  <a:xfrm>
                    <a:off x="5380497" y="383100"/>
                    <a:ext cx="187974" cy="130800"/>
                    <a:chOff x="4804925" y="764100"/>
                    <a:chExt cx="187974" cy="130800"/>
                  </a:xfrm>
                </p:grpSpPr>
                <p:sp>
                  <p:nvSpPr>
                    <p:cNvPr id="1135" name="Google Shape;1135;p52"/>
                    <p:cNvSpPr/>
                    <p:nvPr/>
                  </p:nvSpPr>
                  <p:spPr>
                    <a:xfrm>
                      <a:off x="4856699" y="764100"/>
                      <a:ext cx="136200" cy="130800"/>
                    </a:xfrm>
                    <a:prstGeom prst="ellipse">
                      <a:avLst/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1136" name="Google Shape;1136;p52"/>
                    <p:cNvSpPr/>
                    <p:nvPr/>
                  </p:nvSpPr>
                  <p:spPr>
                    <a:xfrm>
                      <a:off x="4804925" y="811200"/>
                      <a:ext cx="61800" cy="36600"/>
                    </a:xfrm>
                    <a:prstGeom prst="rect">
                      <a:avLst/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</p:grpSp>
              <p:grpSp>
                <p:nvGrpSpPr>
                  <p:cNvPr id="1137" name="Google Shape;1137;p52"/>
                  <p:cNvGrpSpPr/>
                  <p:nvPr/>
                </p:nvGrpSpPr>
                <p:grpSpPr>
                  <a:xfrm>
                    <a:off x="5382151" y="822110"/>
                    <a:ext cx="187974" cy="130800"/>
                    <a:chOff x="4804925" y="764100"/>
                    <a:chExt cx="187974" cy="130800"/>
                  </a:xfrm>
                </p:grpSpPr>
                <p:sp>
                  <p:nvSpPr>
                    <p:cNvPr id="1138" name="Google Shape;1138;p52"/>
                    <p:cNvSpPr/>
                    <p:nvPr/>
                  </p:nvSpPr>
                  <p:spPr>
                    <a:xfrm>
                      <a:off x="4856699" y="764100"/>
                      <a:ext cx="136200" cy="130800"/>
                    </a:xfrm>
                    <a:prstGeom prst="ellipse">
                      <a:avLst/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1139" name="Google Shape;1139;p52"/>
                    <p:cNvSpPr/>
                    <p:nvPr/>
                  </p:nvSpPr>
                  <p:spPr>
                    <a:xfrm>
                      <a:off x="4804925" y="811200"/>
                      <a:ext cx="61800" cy="36600"/>
                    </a:xfrm>
                    <a:prstGeom prst="rect">
                      <a:avLst/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</p:grpSp>
            </p:grpSp>
          </p:grpSp>
          <p:grpSp>
            <p:nvGrpSpPr>
              <p:cNvPr id="1140" name="Google Shape;1140;p52"/>
              <p:cNvGrpSpPr/>
              <p:nvPr/>
            </p:nvGrpSpPr>
            <p:grpSpPr>
              <a:xfrm rot="5400000">
                <a:off x="2186381" y="1313758"/>
                <a:ext cx="152560" cy="106170"/>
                <a:chOff x="4804925" y="764100"/>
                <a:chExt cx="187974" cy="130800"/>
              </a:xfrm>
            </p:grpSpPr>
            <p:sp>
              <p:nvSpPr>
                <p:cNvPr id="1141" name="Google Shape;1141;p52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42" name="Google Shape;1142;p52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143" name="Google Shape;1143;p52"/>
              <p:cNvGrpSpPr/>
              <p:nvPr/>
            </p:nvGrpSpPr>
            <p:grpSpPr>
              <a:xfrm rot="5400000">
                <a:off x="2505664" y="1313758"/>
                <a:ext cx="152560" cy="106170"/>
                <a:chOff x="4804925" y="764100"/>
                <a:chExt cx="187974" cy="130800"/>
              </a:xfrm>
            </p:grpSpPr>
            <p:sp>
              <p:nvSpPr>
                <p:cNvPr id="1144" name="Google Shape;1144;p52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45" name="Google Shape;1145;p52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146" name="Google Shape;1146;p52"/>
              <p:cNvGrpSpPr/>
              <p:nvPr/>
            </p:nvGrpSpPr>
            <p:grpSpPr>
              <a:xfrm rot="5400000">
                <a:off x="2824948" y="1313758"/>
                <a:ext cx="152560" cy="106170"/>
                <a:chOff x="4804925" y="764100"/>
                <a:chExt cx="187974" cy="130800"/>
              </a:xfrm>
            </p:grpSpPr>
            <p:sp>
              <p:nvSpPr>
                <p:cNvPr id="1147" name="Google Shape;1147;p52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48" name="Google Shape;1148;p52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grpSp>
        <p:nvGrpSpPr>
          <p:cNvPr id="1149" name="Google Shape;1149;p52"/>
          <p:cNvGrpSpPr/>
          <p:nvPr/>
        </p:nvGrpSpPr>
        <p:grpSpPr>
          <a:xfrm>
            <a:off x="5986359" y="3470295"/>
            <a:ext cx="2642364" cy="1139959"/>
            <a:chOff x="5986359" y="3470295"/>
            <a:chExt cx="2642364" cy="1139959"/>
          </a:xfrm>
        </p:grpSpPr>
        <p:sp>
          <p:nvSpPr>
            <p:cNvPr id="1150" name="Google Shape;1150;p52"/>
            <p:cNvSpPr/>
            <p:nvPr/>
          </p:nvSpPr>
          <p:spPr>
            <a:xfrm>
              <a:off x="5986359" y="3472954"/>
              <a:ext cx="2635800" cy="1137300"/>
            </a:xfrm>
            <a:prstGeom prst="snip1Rect">
              <a:avLst>
                <a:gd fmla="val 16667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18287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51" name="Google Shape;1151;p52"/>
            <p:cNvSpPr/>
            <p:nvPr/>
          </p:nvSpPr>
          <p:spPr>
            <a:xfrm>
              <a:off x="8407426" y="3470295"/>
              <a:ext cx="221297" cy="196219"/>
            </a:xfrm>
            <a:custGeom>
              <a:rect b="b" l="l" r="r" t="t"/>
              <a:pathLst>
                <a:path extrusionOk="0" h="8192" w="9239">
                  <a:moveTo>
                    <a:pt x="1143" y="0"/>
                  </a:moveTo>
                  <a:lnTo>
                    <a:pt x="9239" y="8001"/>
                  </a:lnTo>
                  <a:lnTo>
                    <a:pt x="0" y="819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152" name="Google Shape;1152;p52"/>
          <p:cNvGrpSpPr/>
          <p:nvPr/>
        </p:nvGrpSpPr>
        <p:grpSpPr>
          <a:xfrm>
            <a:off x="3253069" y="3464379"/>
            <a:ext cx="2644879" cy="1137300"/>
            <a:chOff x="3253069" y="3464379"/>
            <a:chExt cx="2644879" cy="1137300"/>
          </a:xfrm>
        </p:grpSpPr>
        <p:sp>
          <p:nvSpPr>
            <p:cNvPr id="1153" name="Google Shape;1153;p52"/>
            <p:cNvSpPr/>
            <p:nvPr/>
          </p:nvSpPr>
          <p:spPr>
            <a:xfrm>
              <a:off x="3253069" y="3464379"/>
              <a:ext cx="2635800" cy="1137300"/>
            </a:xfrm>
            <a:prstGeom prst="snip1Rect">
              <a:avLst>
                <a:gd fmla="val 16667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18287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54" name="Google Shape;1154;p52"/>
            <p:cNvSpPr/>
            <p:nvPr/>
          </p:nvSpPr>
          <p:spPr>
            <a:xfrm>
              <a:off x="5676651" y="3470295"/>
              <a:ext cx="221297" cy="196219"/>
            </a:xfrm>
            <a:custGeom>
              <a:rect b="b" l="l" r="r" t="t"/>
              <a:pathLst>
                <a:path extrusionOk="0" h="8192" w="9239">
                  <a:moveTo>
                    <a:pt x="1143" y="0"/>
                  </a:moveTo>
                  <a:lnTo>
                    <a:pt x="9239" y="8001"/>
                  </a:lnTo>
                  <a:lnTo>
                    <a:pt x="0" y="819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155" name="Google Shape;1155;p52"/>
          <p:cNvGrpSpPr/>
          <p:nvPr/>
        </p:nvGrpSpPr>
        <p:grpSpPr>
          <a:xfrm>
            <a:off x="498479" y="3411309"/>
            <a:ext cx="2678400" cy="1239901"/>
            <a:chOff x="498479" y="3411309"/>
            <a:chExt cx="2678400" cy="1239901"/>
          </a:xfrm>
        </p:grpSpPr>
        <p:sp>
          <p:nvSpPr>
            <p:cNvPr id="1156" name="Google Shape;1156;p52"/>
            <p:cNvSpPr/>
            <p:nvPr/>
          </p:nvSpPr>
          <p:spPr>
            <a:xfrm rot="-135028">
              <a:off x="519813" y="3462621"/>
              <a:ext cx="2635733" cy="1137279"/>
            </a:xfrm>
            <a:prstGeom prst="snip1Rect">
              <a:avLst>
                <a:gd fmla="val 16667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18287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57" name="Google Shape;1157;p52"/>
            <p:cNvSpPr/>
            <p:nvPr/>
          </p:nvSpPr>
          <p:spPr>
            <a:xfrm rot="-134941">
              <a:off x="2920798" y="3415576"/>
              <a:ext cx="221306" cy="196227"/>
            </a:xfrm>
            <a:custGeom>
              <a:rect b="b" l="l" r="r" t="t"/>
              <a:pathLst>
                <a:path extrusionOk="0" h="8192" w="9239">
                  <a:moveTo>
                    <a:pt x="1143" y="0"/>
                  </a:moveTo>
                  <a:lnTo>
                    <a:pt x="9239" y="8001"/>
                  </a:lnTo>
                  <a:lnTo>
                    <a:pt x="0" y="819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158" name="Google Shape;1158;p52"/>
          <p:cNvGrpSpPr/>
          <p:nvPr/>
        </p:nvGrpSpPr>
        <p:grpSpPr>
          <a:xfrm>
            <a:off x="515275" y="907425"/>
            <a:ext cx="2635800" cy="2456400"/>
            <a:chOff x="515275" y="907425"/>
            <a:chExt cx="2635800" cy="2456400"/>
          </a:xfrm>
        </p:grpSpPr>
        <p:sp>
          <p:nvSpPr>
            <p:cNvPr id="1159" name="Google Shape;1159;p52"/>
            <p:cNvSpPr/>
            <p:nvPr/>
          </p:nvSpPr>
          <p:spPr>
            <a:xfrm>
              <a:off x="515275" y="907425"/>
              <a:ext cx="2635800" cy="2456400"/>
            </a:xfrm>
            <a:prstGeom prst="roundRect">
              <a:avLst>
                <a:gd fmla="val 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91425" lIns="182875" spcFirstLastPara="1" rIns="274300" wrap="square" tIns="36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000"/>
                </a:spcAft>
                <a:buSzPts val="1300"/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grpSp>
          <p:nvGrpSpPr>
            <p:cNvPr id="1160" name="Google Shape;1160;p52"/>
            <p:cNvGrpSpPr/>
            <p:nvPr/>
          </p:nvGrpSpPr>
          <p:grpSpPr>
            <a:xfrm>
              <a:off x="648998" y="907468"/>
              <a:ext cx="2368269" cy="147454"/>
              <a:chOff x="482474" y="1289911"/>
              <a:chExt cx="2471839" cy="153902"/>
            </a:xfrm>
          </p:grpSpPr>
          <p:grpSp>
            <p:nvGrpSpPr>
              <p:cNvPr id="1161" name="Google Shape;1161;p52"/>
              <p:cNvGrpSpPr/>
              <p:nvPr/>
            </p:nvGrpSpPr>
            <p:grpSpPr>
              <a:xfrm rot="5400000">
                <a:off x="1162518" y="609866"/>
                <a:ext cx="153902" cy="1513991"/>
                <a:chOff x="5380497" y="383100"/>
                <a:chExt cx="189628" cy="1865210"/>
              </a:xfrm>
            </p:grpSpPr>
            <p:grpSp>
              <p:nvGrpSpPr>
                <p:cNvPr id="1162" name="Google Shape;1162;p52"/>
                <p:cNvGrpSpPr/>
                <p:nvPr/>
              </p:nvGrpSpPr>
              <p:grpSpPr>
                <a:xfrm>
                  <a:off x="5380497" y="383100"/>
                  <a:ext cx="189628" cy="981668"/>
                  <a:chOff x="5380497" y="383100"/>
                  <a:chExt cx="189628" cy="981668"/>
                </a:xfrm>
              </p:grpSpPr>
              <p:grpSp>
                <p:nvGrpSpPr>
                  <p:cNvPr id="1163" name="Google Shape;1163;p52"/>
                  <p:cNvGrpSpPr/>
                  <p:nvPr/>
                </p:nvGrpSpPr>
                <p:grpSpPr>
                  <a:xfrm>
                    <a:off x="5380497" y="383100"/>
                    <a:ext cx="187974" cy="130800"/>
                    <a:chOff x="4804925" y="764100"/>
                    <a:chExt cx="187974" cy="130800"/>
                  </a:xfrm>
                </p:grpSpPr>
                <p:sp>
                  <p:nvSpPr>
                    <p:cNvPr id="1164" name="Google Shape;1164;p52"/>
                    <p:cNvSpPr/>
                    <p:nvPr/>
                  </p:nvSpPr>
                  <p:spPr>
                    <a:xfrm>
                      <a:off x="4856699" y="764100"/>
                      <a:ext cx="136200" cy="130800"/>
                    </a:xfrm>
                    <a:prstGeom prst="ellipse">
                      <a:avLst/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1165" name="Google Shape;1165;p52"/>
                    <p:cNvSpPr/>
                    <p:nvPr/>
                  </p:nvSpPr>
                  <p:spPr>
                    <a:xfrm>
                      <a:off x="4804925" y="811200"/>
                      <a:ext cx="61800" cy="36600"/>
                    </a:xfrm>
                    <a:prstGeom prst="rect">
                      <a:avLst/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</p:grpSp>
              <p:grpSp>
                <p:nvGrpSpPr>
                  <p:cNvPr id="1166" name="Google Shape;1166;p52"/>
                  <p:cNvGrpSpPr/>
                  <p:nvPr/>
                </p:nvGrpSpPr>
                <p:grpSpPr>
                  <a:xfrm>
                    <a:off x="5382151" y="822110"/>
                    <a:ext cx="187974" cy="130800"/>
                    <a:chOff x="4804925" y="764100"/>
                    <a:chExt cx="187974" cy="130800"/>
                  </a:xfrm>
                </p:grpSpPr>
                <p:sp>
                  <p:nvSpPr>
                    <p:cNvPr id="1167" name="Google Shape;1167;p52"/>
                    <p:cNvSpPr/>
                    <p:nvPr/>
                  </p:nvSpPr>
                  <p:spPr>
                    <a:xfrm>
                      <a:off x="4856699" y="764100"/>
                      <a:ext cx="136200" cy="130800"/>
                    </a:xfrm>
                    <a:prstGeom prst="ellipse">
                      <a:avLst/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1168" name="Google Shape;1168;p52"/>
                    <p:cNvSpPr/>
                    <p:nvPr/>
                  </p:nvSpPr>
                  <p:spPr>
                    <a:xfrm>
                      <a:off x="4804925" y="811200"/>
                      <a:ext cx="61800" cy="36600"/>
                    </a:xfrm>
                    <a:prstGeom prst="rect">
                      <a:avLst/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</p:grpSp>
              <p:grpSp>
                <p:nvGrpSpPr>
                  <p:cNvPr id="1169" name="Google Shape;1169;p52"/>
                  <p:cNvGrpSpPr/>
                  <p:nvPr/>
                </p:nvGrpSpPr>
                <p:grpSpPr>
                  <a:xfrm>
                    <a:off x="5382151" y="1233968"/>
                    <a:ext cx="187974" cy="130800"/>
                    <a:chOff x="4804925" y="764100"/>
                    <a:chExt cx="187974" cy="130800"/>
                  </a:xfrm>
                </p:grpSpPr>
                <p:sp>
                  <p:nvSpPr>
                    <p:cNvPr id="1170" name="Google Shape;1170;p52"/>
                    <p:cNvSpPr/>
                    <p:nvPr/>
                  </p:nvSpPr>
                  <p:spPr>
                    <a:xfrm>
                      <a:off x="4856699" y="764100"/>
                      <a:ext cx="136200" cy="130800"/>
                    </a:xfrm>
                    <a:prstGeom prst="ellipse">
                      <a:avLst/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1171" name="Google Shape;1171;p52"/>
                    <p:cNvSpPr/>
                    <p:nvPr/>
                  </p:nvSpPr>
                  <p:spPr>
                    <a:xfrm>
                      <a:off x="4804925" y="811200"/>
                      <a:ext cx="61800" cy="36600"/>
                    </a:xfrm>
                    <a:prstGeom prst="rect">
                      <a:avLst/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</p:grpSp>
            </p:grpSp>
            <p:grpSp>
              <p:nvGrpSpPr>
                <p:cNvPr id="1172" name="Google Shape;1172;p52"/>
                <p:cNvGrpSpPr/>
                <p:nvPr/>
              </p:nvGrpSpPr>
              <p:grpSpPr>
                <a:xfrm>
                  <a:off x="5380497" y="1678500"/>
                  <a:ext cx="189628" cy="569810"/>
                  <a:chOff x="5380497" y="383100"/>
                  <a:chExt cx="189628" cy="569810"/>
                </a:xfrm>
              </p:grpSpPr>
              <p:grpSp>
                <p:nvGrpSpPr>
                  <p:cNvPr id="1173" name="Google Shape;1173;p52"/>
                  <p:cNvGrpSpPr/>
                  <p:nvPr/>
                </p:nvGrpSpPr>
                <p:grpSpPr>
                  <a:xfrm>
                    <a:off x="5380497" y="383100"/>
                    <a:ext cx="187974" cy="130800"/>
                    <a:chOff x="4804925" y="764100"/>
                    <a:chExt cx="187974" cy="130800"/>
                  </a:xfrm>
                </p:grpSpPr>
                <p:sp>
                  <p:nvSpPr>
                    <p:cNvPr id="1174" name="Google Shape;1174;p52"/>
                    <p:cNvSpPr/>
                    <p:nvPr/>
                  </p:nvSpPr>
                  <p:spPr>
                    <a:xfrm>
                      <a:off x="4856699" y="764100"/>
                      <a:ext cx="136200" cy="130800"/>
                    </a:xfrm>
                    <a:prstGeom prst="ellipse">
                      <a:avLst/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1175" name="Google Shape;1175;p52"/>
                    <p:cNvSpPr/>
                    <p:nvPr/>
                  </p:nvSpPr>
                  <p:spPr>
                    <a:xfrm>
                      <a:off x="4804925" y="811200"/>
                      <a:ext cx="61800" cy="36600"/>
                    </a:xfrm>
                    <a:prstGeom prst="rect">
                      <a:avLst/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</p:grpSp>
              <p:grpSp>
                <p:nvGrpSpPr>
                  <p:cNvPr id="1176" name="Google Shape;1176;p52"/>
                  <p:cNvGrpSpPr/>
                  <p:nvPr/>
                </p:nvGrpSpPr>
                <p:grpSpPr>
                  <a:xfrm>
                    <a:off x="5382151" y="822110"/>
                    <a:ext cx="187974" cy="130800"/>
                    <a:chOff x="4804925" y="764100"/>
                    <a:chExt cx="187974" cy="130800"/>
                  </a:xfrm>
                </p:grpSpPr>
                <p:sp>
                  <p:nvSpPr>
                    <p:cNvPr id="1177" name="Google Shape;1177;p52"/>
                    <p:cNvSpPr/>
                    <p:nvPr/>
                  </p:nvSpPr>
                  <p:spPr>
                    <a:xfrm>
                      <a:off x="4856699" y="764100"/>
                      <a:ext cx="136200" cy="130800"/>
                    </a:xfrm>
                    <a:prstGeom prst="ellipse">
                      <a:avLst/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1178" name="Google Shape;1178;p52"/>
                    <p:cNvSpPr/>
                    <p:nvPr/>
                  </p:nvSpPr>
                  <p:spPr>
                    <a:xfrm>
                      <a:off x="4804925" y="811200"/>
                      <a:ext cx="61800" cy="36600"/>
                    </a:xfrm>
                    <a:prstGeom prst="rect">
                      <a:avLst/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</p:grpSp>
            </p:grpSp>
          </p:grpSp>
          <p:grpSp>
            <p:nvGrpSpPr>
              <p:cNvPr id="1179" name="Google Shape;1179;p52"/>
              <p:cNvGrpSpPr/>
              <p:nvPr/>
            </p:nvGrpSpPr>
            <p:grpSpPr>
              <a:xfrm rot="5400000">
                <a:off x="2186381" y="1313758"/>
                <a:ext cx="152560" cy="106170"/>
                <a:chOff x="4804925" y="764100"/>
                <a:chExt cx="187974" cy="130800"/>
              </a:xfrm>
            </p:grpSpPr>
            <p:sp>
              <p:nvSpPr>
                <p:cNvPr id="1180" name="Google Shape;1180;p52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81" name="Google Shape;1181;p52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182" name="Google Shape;1182;p52"/>
              <p:cNvGrpSpPr/>
              <p:nvPr/>
            </p:nvGrpSpPr>
            <p:grpSpPr>
              <a:xfrm rot="5400000">
                <a:off x="2505664" y="1313758"/>
                <a:ext cx="152560" cy="106170"/>
                <a:chOff x="4804925" y="764100"/>
                <a:chExt cx="187974" cy="130800"/>
              </a:xfrm>
            </p:grpSpPr>
            <p:sp>
              <p:nvSpPr>
                <p:cNvPr id="1183" name="Google Shape;1183;p52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84" name="Google Shape;1184;p52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185" name="Google Shape;1185;p52"/>
              <p:cNvGrpSpPr/>
              <p:nvPr/>
            </p:nvGrpSpPr>
            <p:grpSpPr>
              <a:xfrm rot="5400000">
                <a:off x="2824948" y="1313758"/>
                <a:ext cx="152560" cy="106170"/>
                <a:chOff x="4804925" y="764100"/>
                <a:chExt cx="187974" cy="130800"/>
              </a:xfrm>
            </p:grpSpPr>
            <p:sp>
              <p:nvSpPr>
                <p:cNvPr id="1186" name="Google Shape;1186;p52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87" name="Google Shape;1187;p52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1188" name="Google Shape;1188;p52"/>
          <p:cNvSpPr txBox="1"/>
          <p:nvPr>
            <p:ph type="title"/>
          </p:nvPr>
        </p:nvSpPr>
        <p:spPr>
          <a:xfrm>
            <a:off x="532750" y="1329025"/>
            <a:ext cx="2618400" cy="472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/>
              <a:t>MODEL</a:t>
            </a:r>
            <a:endParaRPr/>
          </a:p>
        </p:txBody>
      </p:sp>
      <p:sp>
        <p:nvSpPr>
          <p:cNvPr id="1189" name="Google Shape;1189;p52"/>
          <p:cNvSpPr txBox="1"/>
          <p:nvPr>
            <p:ph idx="1" type="subTitle"/>
          </p:nvPr>
        </p:nvSpPr>
        <p:spPr>
          <a:xfrm>
            <a:off x="520800" y="1711450"/>
            <a:ext cx="2642400" cy="12405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Linear Regression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en"/>
              <a:t>Ridge Regression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200"/>
              <a:buNone/>
            </a:pPr>
            <a:r>
              <a:rPr lang="en"/>
              <a:t>Random Forest</a:t>
            </a:r>
            <a:endParaRPr/>
          </a:p>
        </p:txBody>
      </p:sp>
      <p:sp>
        <p:nvSpPr>
          <p:cNvPr id="1190" name="Google Shape;1190;p52"/>
          <p:cNvSpPr txBox="1"/>
          <p:nvPr>
            <p:ph idx="3" type="title"/>
          </p:nvPr>
        </p:nvSpPr>
        <p:spPr>
          <a:xfrm rot="139861">
            <a:off x="3310336" y="1250267"/>
            <a:ext cx="2618467" cy="477099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/>
              <a:t>FEATURES USED</a:t>
            </a:r>
            <a:endParaRPr/>
          </a:p>
        </p:txBody>
      </p:sp>
      <p:sp>
        <p:nvSpPr>
          <p:cNvPr id="1191" name="Google Shape;1191;p52"/>
          <p:cNvSpPr txBox="1"/>
          <p:nvPr>
            <p:ph idx="4" type="subTitle"/>
          </p:nvPr>
        </p:nvSpPr>
        <p:spPr>
          <a:xfrm rot="139761">
            <a:off x="3245632" y="1659003"/>
            <a:ext cx="2642483" cy="1240624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GC% ONLY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en"/>
              <a:t>GC% ONLY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SzPts val="1200"/>
              <a:buNone/>
            </a:pPr>
            <a:r>
              <a:rPr lang="en"/>
              <a:t>GC% ONLY</a:t>
            </a:r>
            <a:endParaRPr/>
          </a:p>
        </p:txBody>
      </p:sp>
      <p:sp>
        <p:nvSpPr>
          <p:cNvPr id="1192" name="Google Shape;1192;p52"/>
          <p:cNvSpPr txBox="1"/>
          <p:nvPr>
            <p:ph idx="6" type="title"/>
          </p:nvPr>
        </p:nvSpPr>
        <p:spPr>
          <a:xfrm>
            <a:off x="5994100" y="1252413"/>
            <a:ext cx="2618400" cy="472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/>
              <a:t>VALIDATION RMSE</a:t>
            </a:r>
            <a:endParaRPr/>
          </a:p>
        </p:txBody>
      </p:sp>
      <p:sp>
        <p:nvSpPr>
          <p:cNvPr id="1193" name="Google Shape;1193;p52"/>
          <p:cNvSpPr txBox="1"/>
          <p:nvPr>
            <p:ph idx="7" type="subTitle"/>
          </p:nvPr>
        </p:nvSpPr>
        <p:spPr>
          <a:xfrm>
            <a:off x="5982100" y="1694263"/>
            <a:ext cx="2642400" cy="12405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0.1226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en"/>
              <a:t>0.1227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200"/>
              <a:buNone/>
            </a:pPr>
            <a:r>
              <a:rPr lang="en"/>
              <a:t>0.3599</a:t>
            </a:r>
            <a:endParaRPr/>
          </a:p>
        </p:txBody>
      </p:sp>
      <p:sp>
        <p:nvSpPr>
          <p:cNvPr id="1194" name="Google Shape;1194;p52"/>
          <p:cNvSpPr txBox="1"/>
          <p:nvPr>
            <p:ph idx="9" type="subTitle"/>
          </p:nvPr>
        </p:nvSpPr>
        <p:spPr>
          <a:xfrm>
            <a:off x="3254000" y="3461675"/>
            <a:ext cx="2529300" cy="935100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195" name="Google Shape;1195;p52"/>
          <p:cNvSpPr txBox="1"/>
          <p:nvPr>
            <p:ph idx="13" type="subTitle"/>
          </p:nvPr>
        </p:nvSpPr>
        <p:spPr>
          <a:xfrm>
            <a:off x="3254000" y="3840475"/>
            <a:ext cx="2644800" cy="7611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1200"/>
              <a:buNone/>
            </a:pPr>
            <a:r>
              <a:rPr lang="en"/>
              <a:t>No Improvement</a:t>
            </a:r>
            <a:endParaRPr/>
          </a:p>
        </p:txBody>
      </p:sp>
      <p:sp>
        <p:nvSpPr>
          <p:cNvPr id="1196" name="Google Shape;1196;p52"/>
          <p:cNvSpPr txBox="1"/>
          <p:nvPr>
            <p:ph idx="14" type="subTitle"/>
          </p:nvPr>
        </p:nvSpPr>
        <p:spPr>
          <a:xfrm rot="-143344">
            <a:off x="503564" y="3472782"/>
            <a:ext cx="2526096" cy="935014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197" name="Google Shape;1197;p52"/>
          <p:cNvSpPr txBox="1"/>
          <p:nvPr>
            <p:ph idx="15" type="subTitle"/>
          </p:nvPr>
        </p:nvSpPr>
        <p:spPr>
          <a:xfrm rot="-143157">
            <a:off x="515751" y="3848927"/>
            <a:ext cx="2644693" cy="761165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1200"/>
              <a:buNone/>
            </a:pPr>
            <a:r>
              <a:rPr lang="en"/>
              <a:t>Weak Pattern</a:t>
            </a:r>
            <a:endParaRPr/>
          </a:p>
        </p:txBody>
      </p:sp>
      <p:sp>
        <p:nvSpPr>
          <p:cNvPr id="1198" name="Google Shape;1198;p52"/>
          <p:cNvSpPr txBox="1"/>
          <p:nvPr>
            <p:ph idx="16" type="subTitle"/>
          </p:nvPr>
        </p:nvSpPr>
        <p:spPr>
          <a:xfrm>
            <a:off x="5975950" y="3457125"/>
            <a:ext cx="2506800" cy="935100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199" name="Google Shape;1199;p52"/>
          <p:cNvSpPr txBox="1"/>
          <p:nvPr>
            <p:ph idx="17" type="subTitle"/>
          </p:nvPr>
        </p:nvSpPr>
        <p:spPr>
          <a:xfrm>
            <a:off x="5975950" y="3835925"/>
            <a:ext cx="2644800" cy="7611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1200"/>
              <a:buNone/>
            </a:pPr>
            <a:r>
              <a:rPr lang="en"/>
              <a:t>Best Baseline</a:t>
            </a:r>
            <a:endParaRPr/>
          </a:p>
        </p:txBody>
      </p:sp>
      <p:sp>
        <p:nvSpPr>
          <p:cNvPr id="1200" name="Google Shape;1200;p52"/>
          <p:cNvSpPr txBox="1"/>
          <p:nvPr/>
        </p:nvSpPr>
        <p:spPr>
          <a:xfrm>
            <a:off x="501000" y="257100"/>
            <a:ext cx="7981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anrope"/>
                <a:ea typeface="Manrope"/>
                <a:cs typeface="Manrope"/>
                <a:sym typeface="Manrope"/>
              </a:rPr>
              <a:t>Notebook-1: Baseline Models</a:t>
            </a:r>
            <a:endParaRPr b="1" sz="220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5" name="Google Shape;1205;p53"/>
          <p:cNvGrpSpPr/>
          <p:nvPr/>
        </p:nvGrpSpPr>
        <p:grpSpPr>
          <a:xfrm rot="-124136">
            <a:off x="5398239" y="2537367"/>
            <a:ext cx="3546343" cy="2668465"/>
            <a:chOff x="5397657" y="2537451"/>
            <a:chExt cx="3546514" cy="2668593"/>
          </a:xfrm>
        </p:grpSpPr>
        <p:sp>
          <p:nvSpPr>
            <p:cNvPr id="1206" name="Google Shape;1206;p53"/>
            <p:cNvSpPr/>
            <p:nvPr/>
          </p:nvSpPr>
          <p:spPr>
            <a:xfrm>
              <a:off x="5397657" y="2537451"/>
              <a:ext cx="3170875" cy="2653775"/>
            </a:xfrm>
            <a:custGeom>
              <a:rect b="b" l="l" r="r" t="t"/>
              <a:pathLst>
                <a:path extrusionOk="0" h="106151" w="126835">
                  <a:moveTo>
                    <a:pt x="0" y="2017"/>
                  </a:moveTo>
                  <a:lnTo>
                    <a:pt x="2627" y="102375"/>
                  </a:lnTo>
                  <a:lnTo>
                    <a:pt x="126835" y="106151"/>
                  </a:lnTo>
                  <a:lnTo>
                    <a:pt x="12465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207" name="Google Shape;1207;p53"/>
            <p:cNvSpPr/>
            <p:nvPr/>
          </p:nvSpPr>
          <p:spPr>
            <a:xfrm>
              <a:off x="5750621" y="3028094"/>
              <a:ext cx="3193550" cy="2177950"/>
            </a:xfrm>
            <a:custGeom>
              <a:rect b="b" l="l" r="r" t="t"/>
              <a:pathLst>
                <a:path extrusionOk="0" h="87118" w="127742">
                  <a:moveTo>
                    <a:pt x="0" y="2401"/>
                  </a:moveTo>
                  <a:lnTo>
                    <a:pt x="4841" y="85100"/>
                  </a:lnTo>
                  <a:lnTo>
                    <a:pt x="127742" y="87118"/>
                  </a:lnTo>
                  <a:lnTo>
                    <a:pt x="1225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</p:grpSp>
      <p:sp>
        <p:nvSpPr>
          <p:cNvPr id="1208" name="Google Shape;1208;p53"/>
          <p:cNvSpPr txBox="1"/>
          <p:nvPr>
            <p:ph idx="1" type="body"/>
          </p:nvPr>
        </p:nvSpPr>
        <p:spPr>
          <a:xfrm>
            <a:off x="509725" y="1130288"/>
            <a:ext cx="417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 MLP Regression Model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Input: engineered features (GC%, seq_len)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Hidden layers: 64 → 128 → 256 (ReLU activations)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Output: vector of predicted 3D coordinates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Optimizer: Adam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Loss: MSE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Training hardware: 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GPU T4 ×2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Improved training stability with proper reshaping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8 Epochs training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Loss decreased steadily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Model learning spatial distribution, not random noise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53"/>
          <p:cNvSpPr txBox="1"/>
          <p:nvPr>
            <p:ph type="title"/>
          </p:nvPr>
        </p:nvSpPr>
        <p:spPr>
          <a:xfrm>
            <a:off x="509725" y="525800"/>
            <a:ext cx="4785900" cy="6009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Deep Learning Architecture</a:t>
            </a:r>
            <a:endParaRPr/>
          </a:p>
        </p:txBody>
      </p:sp>
      <p:sp>
        <p:nvSpPr>
          <p:cNvPr id="1210" name="Google Shape;1210;p53"/>
          <p:cNvSpPr txBox="1"/>
          <p:nvPr>
            <p:ph idx="2" type="subTitle"/>
          </p:nvPr>
        </p:nvSpPr>
        <p:spPr>
          <a:xfrm rot="-182546">
            <a:off x="5376031" y="2587214"/>
            <a:ext cx="3108782" cy="501711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solidFill>
                  <a:schemeClr val="dk1"/>
                </a:solidFill>
              </a:rPr>
              <a:t>Links to resources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11" name="Google Shape;1211;p53"/>
          <p:cNvSpPr txBox="1"/>
          <p:nvPr>
            <p:ph idx="3" type="subTitle"/>
          </p:nvPr>
        </p:nvSpPr>
        <p:spPr>
          <a:xfrm rot="-182643">
            <a:off x="5853969" y="3074975"/>
            <a:ext cx="2977201" cy="1813059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Link to resource 1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Link to resource 2</a:t>
            </a:r>
            <a:endParaRPr/>
          </a:p>
        </p:txBody>
      </p:sp>
      <p:pic>
        <p:nvPicPr>
          <p:cNvPr descr="a graph showing a blue line with red stars on it and the number 12 at the top (Provided by Tenor)" id="1212" name="Google Shape;1212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8250" y="1028400"/>
            <a:ext cx="3328949" cy="341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54"/>
          <p:cNvSpPr txBox="1"/>
          <p:nvPr>
            <p:ph idx="1" type="body"/>
          </p:nvPr>
        </p:nvSpPr>
        <p:spPr>
          <a:xfrm>
            <a:off x="419950" y="1749675"/>
            <a:ext cx="7560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• Generated final predictions for 2,515 test residues</a:t>
            </a:r>
            <a:endParaRPr sz="1600">
              <a:solidFill>
                <a:srgbClr val="000000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• Submission format initially caused errors</a:t>
            </a:r>
            <a:endParaRPr sz="1600">
              <a:solidFill>
                <a:srgbClr val="000000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• Fixed column alignment and indexing issues</a:t>
            </a:r>
            <a:endParaRPr sz="1600">
              <a:solidFill>
                <a:srgbClr val="000000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• Successfully uploaded to Kaggle</a:t>
            </a:r>
            <a:endParaRPr sz="1600">
              <a:solidFill>
                <a:srgbClr val="000000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• Currently evaluating Public Leaderboard performance.</a:t>
            </a:r>
            <a:endParaRPr sz="1600"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1218" name="Google Shape;1218;p54"/>
          <p:cNvSpPr txBox="1"/>
          <p:nvPr>
            <p:ph type="title"/>
          </p:nvPr>
        </p:nvSpPr>
        <p:spPr>
          <a:xfrm>
            <a:off x="509725" y="525800"/>
            <a:ext cx="4785900" cy="6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Kaggle Submission</a:t>
            </a:r>
            <a:endParaRPr/>
          </a:p>
        </p:txBody>
      </p:sp>
      <p:sp>
        <p:nvSpPr>
          <p:cNvPr id="1219" name="Google Shape;1219;p54"/>
          <p:cNvSpPr txBox="1"/>
          <p:nvPr>
            <p:ph idx="2" type="subTitle"/>
          </p:nvPr>
        </p:nvSpPr>
        <p:spPr>
          <a:xfrm rot="-182546">
            <a:off x="5376031" y="2587214"/>
            <a:ext cx="3108782" cy="501711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54"/>
          <p:cNvSpPr txBox="1"/>
          <p:nvPr>
            <p:ph idx="3" type="subTitle"/>
          </p:nvPr>
        </p:nvSpPr>
        <p:spPr>
          <a:xfrm rot="-182643">
            <a:off x="5853959" y="3074975"/>
            <a:ext cx="2977201" cy="1813059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55"/>
          <p:cNvSpPr/>
          <p:nvPr/>
        </p:nvSpPr>
        <p:spPr>
          <a:xfrm rot="276167">
            <a:off x="5705227" y="1333534"/>
            <a:ext cx="2351484" cy="14657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26" name="Google Shape;1226;p55"/>
          <p:cNvSpPr/>
          <p:nvPr/>
        </p:nvSpPr>
        <p:spPr>
          <a:xfrm rot="-690122">
            <a:off x="3202374" y="1194809"/>
            <a:ext cx="2351524" cy="146581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27" name="Google Shape;1227;p55"/>
          <p:cNvSpPr/>
          <p:nvPr/>
        </p:nvSpPr>
        <p:spPr>
          <a:xfrm>
            <a:off x="3965019" y="2650375"/>
            <a:ext cx="2351400" cy="1465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28" name="Google Shape;1228;p55"/>
          <p:cNvSpPr txBox="1"/>
          <p:nvPr>
            <p:ph idx="4" type="title"/>
          </p:nvPr>
        </p:nvSpPr>
        <p:spPr>
          <a:xfrm>
            <a:off x="508875" y="1801500"/>
            <a:ext cx="2645400" cy="16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n"/>
              <a:t>EXTRA 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n"/>
              <a:t>STEPS</a:t>
            </a:r>
            <a:endParaRPr/>
          </a:p>
        </p:txBody>
      </p:sp>
      <p:sp>
        <p:nvSpPr>
          <p:cNvPr id="1229" name="Google Shape;1229;p55"/>
          <p:cNvSpPr txBox="1"/>
          <p:nvPr>
            <p:ph type="title"/>
          </p:nvPr>
        </p:nvSpPr>
        <p:spPr>
          <a:xfrm rot="276584">
            <a:off x="5845454" y="1487909"/>
            <a:ext cx="2123971" cy="49600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GOAL 2</a:t>
            </a:r>
            <a:endParaRPr/>
          </a:p>
        </p:txBody>
      </p:sp>
      <p:sp>
        <p:nvSpPr>
          <p:cNvPr id="1230" name="Google Shape;1230;p55"/>
          <p:cNvSpPr txBox="1"/>
          <p:nvPr>
            <p:ph idx="1" type="body"/>
          </p:nvPr>
        </p:nvSpPr>
        <p:spPr>
          <a:xfrm rot="274997">
            <a:off x="5798057" y="2041282"/>
            <a:ext cx="2121183" cy="603735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200">
                <a:solidFill>
                  <a:srgbClr val="000000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Predict with sequence windows</a:t>
            </a:r>
            <a:r>
              <a:rPr lang="en" sz="1100">
                <a:latin typeface="Manrope Medium"/>
                <a:ea typeface="Manrope Medium"/>
                <a:cs typeface="Manrope Medium"/>
                <a:sym typeface="Manrope Medium"/>
              </a:rPr>
              <a:t> </a:t>
            </a:r>
            <a:endParaRPr sz="1100"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1231" name="Google Shape;1231;p55"/>
          <p:cNvSpPr txBox="1"/>
          <p:nvPr>
            <p:ph idx="2" type="title"/>
          </p:nvPr>
        </p:nvSpPr>
        <p:spPr>
          <a:xfrm rot="-689737">
            <a:off x="3250012" y="1354783"/>
            <a:ext cx="2124008" cy="49592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GOAL 1</a:t>
            </a:r>
            <a:endParaRPr/>
          </a:p>
        </p:txBody>
      </p:sp>
      <p:sp>
        <p:nvSpPr>
          <p:cNvPr id="1232" name="Google Shape;1232;p55"/>
          <p:cNvSpPr txBox="1"/>
          <p:nvPr>
            <p:ph idx="3" type="body"/>
          </p:nvPr>
        </p:nvSpPr>
        <p:spPr>
          <a:xfrm rot="-691086">
            <a:off x="3372841" y="1897943"/>
            <a:ext cx="2121422" cy="603767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100">
                <a:solidFill>
                  <a:srgbClr val="000000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Add transformer or graph neural networks</a:t>
            </a:r>
            <a:endParaRPr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1233" name="Google Shape;1233;p55"/>
          <p:cNvSpPr txBox="1"/>
          <p:nvPr>
            <p:ph idx="5" type="title"/>
          </p:nvPr>
        </p:nvSpPr>
        <p:spPr>
          <a:xfrm rot="486">
            <a:off x="4078754" y="2803718"/>
            <a:ext cx="21240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GOAL 3</a:t>
            </a:r>
            <a:endParaRPr/>
          </a:p>
        </p:txBody>
      </p:sp>
      <p:sp>
        <p:nvSpPr>
          <p:cNvPr id="1234" name="Google Shape;1234;p55"/>
          <p:cNvSpPr txBox="1"/>
          <p:nvPr>
            <p:ph idx="6" type="body"/>
          </p:nvPr>
        </p:nvSpPr>
        <p:spPr>
          <a:xfrm rot="-972">
            <a:off x="4080134" y="3359087"/>
            <a:ext cx="2121300" cy="603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Manrope Medium"/>
                <a:ea typeface="Manrope Medium"/>
                <a:cs typeface="Manrope Medium"/>
                <a:sym typeface="Manrope Medium"/>
              </a:rPr>
              <a:t>Train for longer epochs with better hyperparameters</a:t>
            </a:r>
            <a:endParaRPr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9" name="Google Shape;1239;p56"/>
          <p:cNvGrpSpPr/>
          <p:nvPr/>
        </p:nvGrpSpPr>
        <p:grpSpPr>
          <a:xfrm>
            <a:off x="508872" y="2270158"/>
            <a:ext cx="8309700" cy="127200"/>
            <a:chOff x="508872" y="2270158"/>
            <a:chExt cx="8309700" cy="127200"/>
          </a:xfrm>
        </p:grpSpPr>
        <p:cxnSp>
          <p:nvCxnSpPr>
            <p:cNvPr id="1240" name="Google Shape;1240;p56"/>
            <p:cNvCxnSpPr/>
            <p:nvPr/>
          </p:nvCxnSpPr>
          <p:spPr>
            <a:xfrm>
              <a:off x="508872" y="2333749"/>
              <a:ext cx="83097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1241" name="Google Shape;1241;p56"/>
            <p:cNvSpPr/>
            <p:nvPr/>
          </p:nvSpPr>
          <p:spPr>
            <a:xfrm>
              <a:off x="1871346" y="2270158"/>
              <a:ext cx="127200" cy="12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242" name="Google Shape;1242;p56"/>
            <p:cNvSpPr/>
            <p:nvPr/>
          </p:nvSpPr>
          <p:spPr>
            <a:xfrm>
              <a:off x="3752571" y="2270158"/>
              <a:ext cx="127200" cy="127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243" name="Google Shape;1243;p56"/>
            <p:cNvSpPr/>
            <p:nvPr/>
          </p:nvSpPr>
          <p:spPr>
            <a:xfrm>
              <a:off x="5633796" y="2270158"/>
              <a:ext cx="127200" cy="127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244" name="Google Shape;1244;p56"/>
            <p:cNvSpPr/>
            <p:nvPr/>
          </p:nvSpPr>
          <p:spPr>
            <a:xfrm>
              <a:off x="7515021" y="2270158"/>
              <a:ext cx="127200" cy="127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245" name="Google Shape;1245;p56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Key Learnings</a:t>
            </a:r>
            <a:endParaRPr/>
          </a:p>
        </p:txBody>
      </p:sp>
      <p:sp>
        <p:nvSpPr>
          <p:cNvPr id="1246" name="Google Shape;1246;p56"/>
          <p:cNvSpPr txBox="1"/>
          <p:nvPr>
            <p:ph idx="2" type="subTitle"/>
          </p:nvPr>
        </p:nvSpPr>
        <p:spPr>
          <a:xfrm>
            <a:off x="1541800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1 </a:t>
            </a:r>
            <a:endParaRPr/>
          </a:p>
        </p:txBody>
      </p:sp>
      <p:sp>
        <p:nvSpPr>
          <p:cNvPr id="1247" name="Google Shape;1247;p56"/>
          <p:cNvSpPr txBox="1"/>
          <p:nvPr>
            <p:ph idx="3" type="subTitle"/>
          </p:nvPr>
        </p:nvSpPr>
        <p:spPr>
          <a:xfrm>
            <a:off x="3423025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248" name="Google Shape;1248;p56"/>
          <p:cNvSpPr txBox="1"/>
          <p:nvPr>
            <p:ph idx="4" type="subTitle"/>
          </p:nvPr>
        </p:nvSpPr>
        <p:spPr>
          <a:xfrm>
            <a:off x="5307725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249" name="Google Shape;1249;p56"/>
          <p:cNvSpPr txBox="1"/>
          <p:nvPr>
            <p:ph idx="5" type="subTitle"/>
          </p:nvPr>
        </p:nvSpPr>
        <p:spPr>
          <a:xfrm>
            <a:off x="7170900" y="1729575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250" name="Google Shape;1250;p56"/>
          <p:cNvSpPr txBox="1"/>
          <p:nvPr>
            <p:ph idx="6" type="body"/>
          </p:nvPr>
        </p:nvSpPr>
        <p:spPr>
          <a:xfrm>
            <a:off x="13044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Hands-on real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bioinformatics ML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project</a:t>
            </a:r>
            <a:endParaRPr/>
          </a:p>
        </p:txBody>
      </p:sp>
      <p:sp>
        <p:nvSpPr>
          <p:cNvPr id="1251" name="Google Shape;1251;p56"/>
          <p:cNvSpPr txBox="1"/>
          <p:nvPr>
            <p:ph idx="7" type="body"/>
          </p:nvPr>
        </p:nvSpPr>
        <p:spPr>
          <a:xfrm>
            <a:off x="31303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Worked with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large-scale structured data</a:t>
            </a:r>
            <a:endParaRPr/>
          </a:p>
        </p:txBody>
      </p:sp>
      <p:sp>
        <p:nvSpPr>
          <p:cNvPr id="1252" name="Google Shape;1252;p56"/>
          <p:cNvSpPr txBox="1"/>
          <p:nvPr>
            <p:ph idx="8" type="body"/>
          </p:nvPr>
        </p:nvSpPr>
        <p:spPr>
          <a:xfrm>
            <a:off x="49802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Debugged data formats and model training</a:t>
            </a:r>
            <a:endParaRPr/>
          </a:p>
        </p:txBody>
      </p:sp>
      <p:sp>
        <p:nvSpPr>
          <p:cNvPr id="1253" name="Google Shape;1253;p56"/>
          <p:cNvSpPr txBox="1"/>
          <p:nvPr>
            <p:ph idx="9" type="body"/>
          </p:nvPr>
        </p:nvSpPr>
        <p:spPr>
          <a:xfrm>
            <a:off x="6878250" y="3172025"/>
            <a:ext cx="1940400" cy="15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Completed full ML pipeline: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 Data → Feature Eng → Baselines → DL Model → Kaggle Submission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57"/>
          <p:cNvSpPr txBox="1"/>
          <p:nvPr>
            <p:ph type="title"/>
          </p:nvPr>
        </p:nvSpPr>
        <p:spPr>
          <a:xfrm>
            <a:off x="460500" y="2025700"/>
            <a:ext cx="4703100" cy="1821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 AGENDA">
  <a:themeElements>
    <a:clrScheme name="Simple Light">
      <a:dk1>
        <a:srgbClr val="E9E4DB"/>
      </a:dk1>
      <a:lt1>
        <a:srgbClr val="131313"/>
      </a:lt1>
      <a:dk2>
        <a:srgbClr val="E96A64"/>
      </a:dk2>
      <a:lt2>
        <a:srgbClr val="299F9C"/>
      </a:lt2>
      <a:accent1>
        <a:srgbClr val="C0534D"/>
      </a:accent1>
      <a:accent2>
        <a:srgbClr val="207D7B"/>
      </a:accent2>
      <a:accent3>
        <a:srgbClr val="6E9960"/>
      </a:accent3>
      <a:accent4>
        <a:srgbClr val="444746"/>
      </a:accent4>
      <a:accent5>
        <a:srgbClr val="CDC7B9"/>
      </a:accent5>
      <a:accent6>
        <a:srgbClr val="F5F5F5"/>
      </a:accent6>
      <a:hlink>
        <a:srgbClr val="577D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